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frame.png">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西日本フルAC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66 kVメッシュ表現（並列回線・変圧器容量・無効電力支援）</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2026-08-29T05:00:26Z</dcterms:created>
  <dcterms:modified xsi:type="dcterms:W3CDTF">2026-08-29T05:00:26Z</dcterms:modified>
</cp:coreProperties>
</file>