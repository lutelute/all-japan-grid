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「動揺がないのが違和感」への回答。UFLSの3段が1.6/2.0/2.7秒に入るのが拡大で見える。AGC100の話が出たら『これはAGC-54。Nは任意で、東なら数百機』。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west はDC断面初期化(フルACは不成立が正典)と断面ごとに開示。542=53+182+302+5。「AGC100?」→「これはAGC-542」。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動揺も解ける：同じ事故を、54機を1機ずつ解く（AGC30 → AGC-N）</a:t>
            </a:r>
            <a:endParaRPr lang="en-US" sz="2100" dirty="0"/>
          </a:p>
        </p:txBody>
      </p:sp>
      <p:pic>
        <p:nvPicPr>
          <p:cNvPr id="5" name="Image 0" descr="assets/fig_swing_hokkaido.png">    </p:cNvPr>
          <p:cNvPicPr>
            <a:picLocks noChangeAspect="1"/>
          </p:cNvPicPr>
          <p:nvPr/>
        </p:nvPicPr>
        <p:blipFill>
          <a:blip r:embed="rId1"/>
          <a:stretch>
            <a:fillRect/>
          </a:stretch>
        </p:blipFill>
        <p:spPr>
          <a:xfrm>
            <a:off x="777240" y="1051560"/>
            <a:ext cx="10607040" cy="4828032"/>
          </a:xfrm>
          <a:prstGeom prst="rect">
            <a:avLst/>
          </a:prstGeom>
        </p:spPr>
      </p:pic>
      <p:sp>
        <p:nvSpPr>
          <p:cNvPr id="6" name="Text 3"/>
          <p:cNvSpPr/>
          <p:nvPr/>
        </p:nvSpPr>
        <p:spPr>
          <a:xfrm>
            <a:off x="822960" y="5943600"/>
            <a:ext cx="10607040" cy="320040"/>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AGC30の機種モデルをUCがオンラインにした全プラントへ1機ずつ与え、実網のKron縮約Ybus上で動揺方程式と共シミュレーション。潮流解との初期化整合は厳密(max 0.0 MW)。</a:t>
            </a:r>
            <a:endParaRPr lang="en-US" sz="1150" dirty="0"/>
          </a:p>
        </p:txBody>
      </p:sp>
      <p:sp>
        <p:nvSpPr>
          <p:cNvPr id="7" name="Text 4"/>
          <p:cNvSpPr/>
          <p:nvPr/>
        </p:nvSpPr>
        <p:spPr>
          <a:xfrm>
            <a:off x="822960" y="6236208"/>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下段=各機の相差角(±40°の動揺→減衰整定)。多機版はCOI簡約版よりやや深く沈む(−3.0 vs −2.5 Hz) — 定Z負荷とGF幅の実装差で、帳簿に開示。</a:t>
            </a:r>
            <a:endParaRPr lang="en-US" sz="1050" dirty="0"/>
          </a:p>
        </p:txBody>
      </p:sp>
      <p:sp>
        <p:nvSpPr>
          <p:cNvPr id="8"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9"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0"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系統ごと、全部解く：4島・542機の動揺</a:t>
            </a:r>
            <a:endParaRPr lang="en-US" sz="2100" dirty="0"/>
          </a:p>
        </p:txBody>
      </p:sp>
      <p:pic>
        <p:nvPicPr>
          <p:cNvPr id="5" name="Image 0" descr="assets/fig_swing_national.png">    </p:cNvPr>
          <p:cNvPicPr>
            <a:picLocks noChangeAspect="1"/>
          </p:cNvPicPr>
          <p:nvPr/>
        </p:nvPicPr>
        <p:blipFill>
          <a:blip r:embed="rId1"/>
          <a:stretch>
            <a:fillRect/>
          </a:stretch>
        </p:blipFill>
        <p:spPr>
          <a:xfrm>
            <a:off x="1737360" y="960120"/>
            <a:ext cx="8732520" cy="5303520"/>
          </a:xfrm>
          <a:prstGeom prst="rect">
            <a:avLst/>
          </a:prstGeom>
        </p:spPr>
      </p:pic>
      <p:sp>
        <p:nvSpPr>
          <p:cNvPr id="6" name="Text 3"/>
          <p:cNvSpPr/>
          <p:nvPr/>
        </p:nvSpPr>
        <p:spPr>
          <a:xfrm>
            <a:off x="822960" y="635508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東182機は富津3,893MWを失っても−0.45Hzで踏みとどまり、全機がうねりながら回復する。西302機は±0.3Hzの機間動揺が10秒で減衰。弱結合の小規模機7機は脱調保護が切り離す(切離しの瞬間まで描画・全経過は帳簿)。</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2026-08-29T13:39:36Z</dcterms:created>
  <dcterms:modified xsi:type="dcterms:W3CDTF">2026-08-29T13:39:36Z</dcterms:modified>
</cp:coreProperties>
</file>