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公表資料から得られるのは論理接続だけ。だから機械は直線を引く。しかしOSMにはその線の実線形が「浮いた断片」として実在することがある。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オーナー観察(2026-08-16)「ちゃんと線があるものにおいては地形的に線を辿ってほしい。これは全部に言えること」</a:t>
            </a:r>
          </a:p>
          <a:p/>
          <a:p>
            <a:r>
              <a:t>_class: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「経路が見つかったか」ではなく「何で出来た経路か」で採否を決めるのが、単なる最短路吸着との違い。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見つけたのは人の目、条件に落としたのは機械。</a:t>
            </a:r>
          </a:p>
          <a:p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EGGC — 証拠ゲート付き系統コンフレーション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4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直線が、地形を辿るまで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All-Japan-Grid / 2026-08-17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公表資料は、線形を教えてくれない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838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系統情報公表の様式や局所系統図から取れるのは、線名と両端の変電所だけ。座標は端点しか無いので、機械は素直に直線（chord＝弦）を引いて満足する。ところが同じ場所のOSMには、本系統に繋がっていない断片が宙に浮いて実在している。</a:t>
            </a:r>
          </a:p>
        </p:txBody>
      </p:sp>
      <p:pic>
        <p:nvPicPr>
          <p:cNvPr id="4" name="Picture 3" descr="eggc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3712"/>
            <a:ext cx="6068541" cy="30894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なぜ半年見落としたか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810002"/>
            <a:ext cx="5391759" cy="184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指標に現れなかった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評価軸は「孤立ノードが減ったか」＝連結性KPIだった。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直線で繋いでも実線形で繋いでも、</a:t>
            </a: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連結性は同じだけ改善する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幾何の質はKPIに一切現れない。だから機械は「達成した」と報告し続けた。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007" y="2810002"/>
            <a:ext cx="5391759" cy="1282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教訓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検算の軸を足す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トポロジ介入の検証に「経路の物理妥当性」を含める。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発見は人の目視。「遠い赤点」の距離監査に続き2度目。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EGGC の4ステップ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端点スナップ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コード端点を最寄りのOSM頂点へ（≤2km）。基底が更新されても追従する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経路探索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OSM由来のエッジだけで頂点グラフを組み、Dijkstraで最短路を探す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証拠ゲート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経路のうち浮いた断片が占める長さの比率が0.7以上のときだけ採用する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スタブ置換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コードを削除し取付スタブ2本へ。断片は再計算で本系統に合流する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なぜ「浮いていること」が証拠になるのか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58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送電網は繋がっているので経路はほぼ必ず見つかる。見つかったこと自体は証拠にならない。浮いた断片＝「まだ誰も本系統に繋いでいない線」がその区間にちょうど在るなら、それがこの公表線である蓋然性が高い。</a:t>
            </a:r>
          </a:p>
        </p:txBody>
      </p:sp>
      <p:pic>
        <p:nvPicPr>
          <p:cNvPr id="4" name="Picture 3" descr="eggc_gat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84655"/>
            <a:ext cx="6068541" cy="34135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90本のうち、置き換えたのは12本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58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残り78本は直線のまま。うち30本は経路が別線の迂回、48本はそもそもOSMに線が無い（地中線・未マッピング）。直線を残すことも成果である。</a:t>
            </a:r>
          </a:p>
        </p:txBody>
      </p:sp>
      <p:pic>
        <p:nvPicPr>
          <p:cNvPr id="4" name="Picture 3" descr="eggc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77724"/>
            <a:ext cx="6068541" cy="2427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変わったのは幾何の質だけ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82956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系統規模は1ノードも増えていない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3290" y="2378202"/>
          <a:ext cx="8625114" cy="2247900"/>
        </p:xfrm>
        <a:graphic>
          <a:graphicData uri="http://schemas.openxmlformats.org/drawingml/2006/table">
            <a:tbl>
              <a:tblPr/>
              <a:tblGrid>
                <a:gridCol w="3573442"/>
                <a:gridCol w="5051672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指標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EGGC 適用の影響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孤立ノード数・連結成分数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3502F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不変</a:t>
                      </a:r>
                      <a:r>
                        <a:rPr sz="1400" b="1">
                          <a:solidFill>
                            <a:srgbClr val="B3502F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（同じ接続の表現替え）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バス数・発電機数・負荷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3502F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不変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ブランチ長（吸着12本）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直線近似 → 実線長（160→197km, +23%）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線路インピーダンス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実長基準になる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経路の物理的実在性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OSM幾何で裏が取れる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808982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808982"/>
            <a:ext cx="50800" cy="822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910582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この手法が主張しないこと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off-main であることは「公表線である」ことの証明ではない。状況証拠にすぎない。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この手法は何の仲間か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576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先行研究との関係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36637" y="2454402"/>
          <a:ext cx="9118421" cy="2095500"/>
        </p:xfrm>
        <a:graphic>
          <a:graphicData uri="http://schemas.openxmlformats.org/drawingml/2006/table">
            <a:tbl>
              <a:tblPr/>
              <a:tblGrid>
                <a:gridCol w="2032000"/>
                <a:gridCol w="2805785"/>
                <a:gridCol w="4280636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分野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代表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EGGC との関係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マップマッチング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Newson &amp; Krumm 2009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軌跡→道路網の吸着。入力が2点だけの退化ケース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地図コンフレーション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Saalfeld 1988 以来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論理系統図 × OSM物理図の統合が EGGC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経路推定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path inference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2点間の物理経路推定という設定が同型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電力網 × OSM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GridKit / SciGRID / PyPSA-Eur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いずれも OSM→抽出（逆方向）。写像は例が無い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732782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732782"/>
            <a:ext cx="50800" cy="822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834382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新規性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公表資料由来の論理エッジを入力とし、off-main比率という検証可能な基準で採否を機械判別し、可逆な台帳で駆動する。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取り消せるように作ってある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962402"/>
            <a:ext cx="5391759" cy="1333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可逆性の3点セット</a:t>
            </a:r>
          </a:p>
          <a:p>
            <a:pPr>
              <a:spcBef>
                <a:spcPts val="400"/>
              </a:spcBef>
              <a:buChar char="•"/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BAK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適用前に </a:t>
            </a:r>
            <a:r>
              <a:rPr sz="1600">
                <a:solidFill>
                  <a:srgbClr val="5A5852"/>
                </a:solidFill>
                <a:latin typeface="SF Mono"/>
                <a:ea typeface="Hiragino Sans"/>
                <a:cs typeface="Hiragino Sans"/>
              </a:rPr>
              <a:t>all.json.pre_route.bak</a:t>
            </a:r>
          </a:p>
          <a:p>
            <a:pPr>
              <a:spcBef>
                <a:spcPts val="400"/>
              </a:spcBef>
              <a:buChar char="•"/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台帳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採否の全記録。棄却78件の理由も残す</a:t>
            </a:r>
          </a:p>
          <a:p>
            <a:pPr>
              <a:spcBef>
                <a:spcPts val="400"/>
              </a:spcBef>
              <a:buChar char="•"/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無効化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STEPS から外すだけ。介入台帳 #29 追補5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007" y="2962402"/>
            <a:ext cx="5391759" cy="153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限界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閾値0.7に強い根拠は無い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。0.3〜1.0のどこでも同じ答えだった＝まだ検証されていない。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棄却78本が正しい保証も無い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。OSM未収載を確認しただけ。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触って確かめる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32202"/>
            <a:ext cx="5391759" cy="2197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教材ページ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A5852"/>
                </a:solidFill>
                <a:latin typeface="SF Mono"/>
                <a:ea typeface="Hiragino Sans"/>
                <a:cs typeface="Hiragino Sans"/>
              </a:rPr>
              <a:t>docs/eggc_explainer.html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単一ファイルで完結。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5ステップ誘導で判定を1つずつ観る</a:t>
            </a:r>
          </a:p>
          <a:p>
            <a:pPr>
              <a:spcBef>
                <a:spcPts val="400"/>
              </a:spcBef>
              <a:buChar char="•"/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Dijkstraはその場で走る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。16ケース全てでサーバ判定と完全一致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閾値スライダーでゲートを手で開閉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before/after スライダー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007" y="2632202"/>
            <a:ext cx="5391759" cy="1282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ディープリンク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A5852"/>
                </a:solidFill>
                <a:latin typeface="SF Mono"/>
                <a:ea typeface="Hiragino Sans"/>
                <a:cs typeface="Hiragino Sans"/>
              </a:rPr>
              <a:t>?case=甲浦&amp;step=4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</a:t>
            </a:r>
            <a:r>
              <a:rPr sz="1600">
                <a:solidFill>
                  <a:srgbClr val="5A5852"/>
                </a:solidFill>
                <a:latin typeface="SF Mono"/>
                <a:ea typeface="Hiragino Sans"/>
                <a:cs typeface="Hiragino Sans"/>
              </a:rPr>
              <a:t>?case=0&amp;step=5&amp;after=1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case は番号か線名の一部、step は1–5。発表中に特定の線へ直接飛べる。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キーメッセージ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616454"/>
            <a:ext cx="10972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817622"/>
            <a:ext cx="10143439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線があるものは地形的に辿る。無い線は、捏造しない。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70408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EGGC は「繋げる」手法ではなく「繋ぎ方を証拠で選ぶ」手法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ゲートが開けば実線形へ、閉じれば直線のまま。どちらも記録に残り、取り消せる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次に必要なのは、閾値の中間値が出る地域を見つけてゲートを本当に検証すること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