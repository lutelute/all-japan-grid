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gif" ContentType="image/gif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左は営業所(円の大きさが人員、色が残っている電柱修理の割合)と他社応援の車列。右上は働いている人の内訳、右中は会社別の残っている折れた電柱、右下は停電中の需要家を応援の条件で比べたもの。折れた電柱は揺れ 3,977 本、建物の全壊に巻き込まれ 60,785 本、津波 78,449 本。7 日後に働く人は 33,282 人で、地元 20,447 人、社内融通 11,179 人、他社応援 1,656 人。停電中は 523 万軒で、送電側 256 万軒、配電だけ 48 万軒、津波で全壊相当(復旧対象外)219 万軒。営業所の円は各社が公表する事業所の位置。</a:t>
            </a:r>
          </a:p>
          <a:p/>
          <a:p>
            <a:r>
              <a:t>_class: figure-full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応援の送り手は災害時連携計画(送配電網協議会)のプッシュ型応援の前提条件「応援事業者の供給区域において設備被害がないまたは、被害予想がされない場合」に合わせ、自社の被害度 r(残作業 / 動員可能数の 7 日分)が 0.25 未満の会社に限った。東京は電柱が需要家あたり 0.19 本と少なく r = 0.17 で送り手になる。前の版(一律 0.25 本・300 人/百万口)では r = 0.29 で外れ、応援は 776 人だった。送り手の判定は仮定の置き方で入れ替わるので、応援の人数は幅で読む。</a:t>
            </a:r>
          </a:p>
          <a:p/>
          <a:p>
            <a:r>
              <a:t>_class: sections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応援 30% にしても 14 日後は 0 万軒で、既定の 2 万軒と大差ない。浸水域の電柱 7.8 万本は水が引いて道路が開く 10 日後まで着手できず、そこで復旧の速さが決まる。応援の人数より、着手できる時期と社内の人の回し方が効く。</a:t>
            </a:r>
          </a:p>
          <a:p/>
          <a:p>
            <a:r>
              <a:t>_class: table-slide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送電側の停電(7 日後 256 万軒)は動的カスケードの母線平均で、津波で浸水した変電所と上流の孤立が長く残る。内閣府 2025 より 4 日以降が 1 桁多い既知の問題(負の結果として記録済み)で、人員モデルでは直らない。</a:t>
            </a:r>
          </a:p>
          <a:p/>
          <a:p>
            <a:r>
              <a:t>_class: pros-cons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>
                <a:ea typeface="Hiragino Sans"/>
                <a:cs typeface="Hiragino Sans"/>
              </a:rPr>
              <a:t>Click to edit Master title style</a:t>
            </a:r>
            <a:endParaRPr lang="en-US">
              <a:ea typeface="Hiragino Sans"/>
              <a:cs typeface="Hiragino Sans"/>
            </a:endParaRP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ea typeface="Hiragino Sans"/>
                <a:cs typeface="Hiragino Sans"/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ea typeface="Hiragino Sans"/>
                <a:cs typeface="Hiragino Sans"/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ea typeface="Hiragino Sans"/>
                <a:cs typeface="Hiragino Sans"/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ea typeface="Hiragino Sans"/>
                <a:cs typeface="Hiragino Sans"/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ea typeface="Hiragino Sans"/>
                <a:cs typeface="Hiragino Sans"/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ea typeface="Hiragino Sans"/>
                <a:cs typeface="Hiragino Sans"/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ea typeface="Hiragino Sans"/>
                <a:cs typeface="Hiragino Sans"/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ea typeface="Hiragino Sans"/>
                <a:cs typeface="Hiragino Sans"/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ea typeface="Hiragino Sans"/>
                <a:cs typeface="Hiragino Sans"/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>
                <a:ea typeface="Hiragino Sans"/>
                <a:cs typeface="Hiragino Sans"/>
              </a:rPr>
              <a:t>Click to edit Master subtitle style</a:t>
            </a:r>
            <a:endParaRPr lang="en-US">
              <a:ea typeface="Hiragino Sans"/>
              <a:cs typeface="Hiragino Sans"/>
            </a:endParaRP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>
                <a:ea typeface="Hiragino Sans"/>
                <a:cs typeface="Hiragino Sans"/>
              </a:rPr>
              <a:t>1/27/13</a:t>
            </a:fld>
            <a:endParaRPr lang="en-US">
              <a:ea typeface="Hiragino Sans"/>
              <a:cs typeface="Hiragino Sans"/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>
              <a:ea typeface="Hiragino Sans"/>
              <a:cs typeface="Hiragino Sans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>
                <a:ea typeface="Hiragino Sans"/>
                <a:cs typeface="Hiragino Sans"/>
              </a:rPr>
              <a:t>‹#›</a:t>
            </a:fld>
            <a:endParaRPr lang="en-US">
              <a:ea typeface="Hiragino Sans"/>
              <a:cs typeface="Hiragino Sans"/>
            </a:endParaRPr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>
                <a:ea typeface="Hiragino Sans"/>
                <a:cs typeface="Hiragino Sans"/>
              </a:rPr>
              <a:t>Click to edit Master title style</a:t>
            </a:r>
            <a:endParaRPr lang="en-US">
              <a:ea typeface="Hiragino Sans"/>
              <a:cs typeface="Hiragino Sans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>
                <a:ea typeface="Hiragino Sans"/>
                <a:cs typeface="Hiragino Sans"/>
              </a:rPr>
              <a:t>Click to edit Master text styles</a:t>
            </a:r>
          </a:p>
          <a:p>
            <a:pPr lvl="1"/>
            <a:r>
              <a:rPr lang="en-US" smtClean="0">
                <a:ea typeface="Hiragino Sans"/>
                <a:cs typeface="Hiragino Sans"/>
              </a:rPr>
              <a:t>Second level</a:t>
            </a:r>
          </a:p>
          <a:p>
            <a:pPr lvl="2"/>
            <a:r>
              <a:rPr lang="en-US" smtClean="0">
                <a:ea typeface="Hiragino Sans"/>
                <a:cs typeface="Hiragino Sans"/>
              </a:rPr>
              <a:t>Third level</a:t>
            </a:r>
          </a:p>
          <a:p>
            <a:pPr lvl="3"/>
            <a:r>
              <a:rPr lang="en-US" smtClean="0">
                <a:ea typeface="Hiragino Sans"/>
                <a:cs typeface="Hiragino Sans"/>
              </a:rPr>
              <a:t>Fourth level</a:t>
            </a:r>
          </a:p>
          <a:p>
            <a:pPr lvl="4"/>
            <a:r>
              <a:rPr lang="en-US" smtClean="0">
                <a:ea typeface="Hiragino Sans"/>
                <a:cs typeface="Hiragino Sans"/>
              </a:rPr>
              <a:t>Fifth level</a:t>
            </a:r>
            <a:endParaRPr lang="en-US">
              <a:ea typeface="Hiragino Sans"/>
              <a:cs typeface="Hiragino Sans"/>
            </a:endParaRP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>
                <a:ea typeface="Hiragino Sans"/>
                <a:cs typeface="Hiragino Sans"/>
              </a:rPr>
              <a:t>1/27/13</a:t>
            </a:fld>
            <a:endParaRPr lang="en-US">
              <a:ea typeface="Hiragino Sans"/>
              <a:cs typeface="Hiragino Sans"/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>
              <a:ea typeface="Hiragino Sans"/>
              <a:cs typeface="Hiragino Sans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>
                <a:ea typeface="Hiragino Sans"/>
                <a:cs typeface="Hiragino Sans"/>
              </a:rPr>
              <a:t>‹#›</a:t>
            </a:fld>
            <a:endParaRPr lang="en-US">
              <a:ea typeface="Hiragino Sans"/>
              <a:cs typeface="Hiragino Sans"/>
            </a:endParaRPr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>
                <a:ea typeface="Hiragino Sans"/>
                <a:cs typeface="Hiragino Sans"/>
              </a:defRPr>
            </a:lvl1pPr>
          </a:lstStyle>
          <a:p>
            <a:r>
              <a:rPr lang="en-US" smtClean="0">
                <a:ea typeface="Hiragino Sans"/>
                <a:cs typeface="Hiragino Sans"/>
              </a:rPr>
              <a:t>Click to edit Master title style</a:t>
            </a:r>
            <a:endParaRPr lang="en-US">
              <a:ea typeface="Hiragino Sans"/>
              <a:cs typeface="Hiragino Sans"/>
            </a:endParaRP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ea typeface="Hiragino Sans"/>
                <a:cs typeface="Hiragino Sans"/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ea typeface="Hiragino Sans"/>
                <a:cs typeface="Hiragino Sans"/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ea typeface="Hiragino Sans"/>
                <a:cs typeface="Hiragino Sans"/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ea typeface="Hiragino Sans"/>
                <a:cs typeface="Hiragino Sans"/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ea typeface="Hiragino Sans"/>
                <a:cs typeface="Hiragino Sans"/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ea typeface="Hiragino Sans"/>
                <a:cs typeface="Hiragino Sans"/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ea typeface="Hiragino Sans"/>
                <a:cs typeface="Hiragino Sans"/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ea typeface="Hiragino Sans"/>
                <a:cs typeface="Hiragino Sans"/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ea typeface="Hiragino Sans"/>
                <a:cs typeface="Hiragino Sans"/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>
                <a:ea typeface="Hiragino Sans"/>
                <a:cs typeface="Hiragino Sans"/>
              </a:rPr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>
                <a:ea typeface="Hiragino Sans"/>
                <a:cs typeface="Hiragino Sans"/>
              </a:rPr>
              <a:t>1/27/13</a:t>
            </a:fld>
            <a:endParaRPr lang="en-US">
              <a:ea typeface="Hiragino Sans"/>
              <a:cs typeface="Hiragino Sans"/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>
              <a:ea typeface="Hiragino Sans"/>
              <a:cs typeface="Hiragino Sans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>
                <a:ea typeface="Hiragino Sans"/>
                <a:cs typeface="Hiragino Sans"/>
              </a:rPr>
              <a:t>‹#›</a:t>
            </a:fld>
            <a:endParaRPr lang="en-US">
              <a:ea typeface="Hiragino Sans"/>
              <a:cs typeface="Hiragino Sans"/>
            </a:endParaRP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>
                <a:ea typeface="Hiragino Sans"/>
                <a:cs typeface="Hiragino Sans"/>
              </a:rPr>
              <a:t>Click to edit Master title style</a:t>
            </a:r>
            <a:endParaRPr lang="en-US">
              <a:ea typeface="Hiragino Sans"/>
              <a:cs typeface="Hiragino Sans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>
                <a:ea typeface="Hiragino Sans"/>
                <a:cs typeface="Hiragino Sans"/>
              </a:defRPr>
            </a:lvl1pPr>
            <a:lvl2pPr>
              <a:defRPr sz="2400">
                <a:ea typeface="Hiragino Sans"/>
                <a:cs typeface="Hiragino Sans"/>
              </a:defRPr>
            </a:lvl2pPr>
            <a:lvl3pPr>
              <a:defRPr sz="2000">
                <a:ea typeface="Hiragino Sans"/>
                <a:cs typeface="Hiragino Sans"/>
              </a:defRPr>
            </a:lvl3pPr>
            <a:lvl4pPr>
              <a:defRPr sz="1800">
                <a:ea typeface="Hiragino Sans"/>
                <a:cs typeface="Hiragino Sans"/>
              </a:defRPr>
            </a:lvl4pPr>
            <a:lvl5pPr>
              <a:defRPr sz="1800">
                <a:ea typeface="Hiragino Sans"/>
                <a:cs typeface="Hiragino Sans"/>
              </a:defRPr>
            </a:lvl5pPr>
            <a:lvl6pPr>
              <a:defRPr sz="1800">
                <a:ea typeface="Hiragino Sans"/>
                <a:cs typeface="Hiragino Sans"/>
              </a:defRPr>
            </a:lvl6pPr>
            <a:lvl7pPr>
              <a:defRPr sz="1800">
                <a:ea typeface="Hiragino Sans"/>
                <a:cs typeface="Hiragino Sans"/>
              </a:defRPr>
            </a:lvl7pPr>
            <a:lvl8pPr>
              <a:defRPr sz="1800">
                <a:ea typeface="Hiragino Sans"/>
                <a:cs typeface="Hiragino Sans"/>
              </a:defRPr>
            </a:lvl8pPr>
            <a:lvl9pPr>
              <a:defRPr sz="1800">
                <a:ea typeface="Hiragino Sans"/>
                <a:cs typeface="Hiragino Sans"/>
              </a:defRPr>
            </a:lvl9pPr>
          </a:lstStyle>
          <a:p>
            <a:pPr lvl="0"/>
            <a:r>
              <a:rPr lang="en-US" smtClean="0">
                <a:ea typeface="Hiragino Sans"/>
                <a:cs typeface="Hiragino Sans"/>
              </a:rPr>
              <a:t>Click to edit Master text styles</a:t>
            </a:r>
          </a:p>
          <a:p>
            <a:pPr lvl="1"/>
            <a:r>
              <a:rPr lang="en-US" smtClean="0">
                <a:ea typeface="Hiragino Sans"/>
                <a:cs typeface="Hiragino Sans"/>
              </a:rPr>
              <a:t>Second level</a:t>
            </a:r>
          </a:p>
          <a:p>
            <a:pPr lvl="2"/>
            <a:r>
              <a:rPr lang="en-US" smtClean="0">
                <a:ea typeface="Hiragino Sans"/>
                <a:cs typeface="Hiragino Sans"/>
              </a:rPr>
              <a:t>Third level</a:t>
            </a:r>
          </a:p>
          <a:p>
            <a:pPr lvl="3"/>
            <a:r>
              <a:rPr lang="en-US" smtClean="0">
                <a:ea typeface="Hiragino Sans"/>
                <a:cs typeface="Hiragino Sans"/>
              </a:rPr>
              <a:t>Fourth level</a:t>
            </a:r>
          </a:p>
          <a:p>
            <a:pPr lvl="4"/>
            <a:r>
              <a:rPr lang="en-US" smtClean="0">
                <a:ea typeface="Hiragino Sans"/>
                <a:cs typeface="Hiragino Sans"/>
              </a:rPr>
              <a:t>Fifth level</a:t>
            </a:r>
            <a:endParaRPr lang="en-US">
              <a:ea typeface="Hiragino Sans"/>
              <a:cs typeface="Hiragino Sans"/>
            </a:endParaRP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>
                <a:ea typeface="Hiragino Sans"/>
                <a:cs typeface="Hiragino Sans"/>
              </a:defRPr>
            </a:lvl1pPr>
            <a:lvl2pPr>
              <a:defRPr sz="2400">
                <a:ea typeface="Hiragino Sans"/>
                <a:cs typeface="Hiragino Sans"/>
              </a:defRPr>
            </a:lvl2pPr>
            <a:lvl3pPr>
              <a:defRPr sz="2000">
                <a:ea typeface="Hiragino Sans"/>
                <a:cs typeface="Hiragino Sans"/>
              </a:defRPr>
            </a:lvl3pPr>
            <a:lvl4pPr>
              <a:defRPr sz="1800">
                <a:ea typeface="Hiragino Sans"/>
                <a:cs typeface="Hiragino Sans"/>
              </a:defRPr>
            </a:lvl4pPr>
            <a:lvl5pPr>
              <a:defRPr sz="1800">
                <a:ea typeface="Hiragino Sans"/>
                <a:cs typeface="Hiragino Sans"/>
              </a:defRPr>
            </a:lvl5pPr>
            <a:lvl6pPr>
              <a:defRPr sz="1800">
                <a:ea typeface="Hiragino Sans"/>
                <a:cs typeface="Hiragino Sans"/>
              </a:defRPr>
            </a:lvl6pPr>
            <a:lvl7pPr>
              <a:defRPr sz="1800">
                <a:ea typeface="Hiragino Sans"/>
                <a:cs typeface="Hiragino Sans"/>
              </a:defRPr>
            </a:lvl7pPr>
            <a:lvl8pPr>
              <a:defRPr sz="1800">
                <a:ea typeface="Hiragino Sans"/>
                <a:cs typeface="Hiragino Sans"/>
              </a:defRPr>
            </a:lvl8pPr>
            <a:lvl9pPr>
              <a:defRPr sz="1800">
                <a:ea typeface="Hiragino Sans"/>
                <a:cs typeface="Hiragino Sans"/>
              </a:defRPr>
            </a:lvl9pPr>
          </a:lstStyle>
          <a:p>
            <a:pPr lvl="0"/>
            <a:r>
              <a:rPr lang="en-US" smtClean="0">
                <a:ea typeface="Hiragino Sans"/>
                <a:cs typeface="Hiragino Sans"/>
              </a:rPr>
              <a:t>Click to edit Master text styles</a:t>
            </a:r>
          </a:p>
          <a:p>
            <a:pPr lvl="1"/>
            <a:r>
              <a:rPr lang="en-US" smtClean="0">
                <a:ea typeface="Hiragino Sans"/>
                <a:cs typeface="Hiragino Sans"/>
              </a:rPr>
              <a:t>Second level</a:t>
            </a:r>
          </a:p>
          <a:p>
            <a:pPr lvl="2"/>
            <a:r>
              <a:rPr lang="en-US" smtClean="0">
                <a:ea typeface="Hiragino Sans"/>
                <a:cs typeface="Hiragino Sans"/>
              </a:rPr>
              <a:t>Third level</a:t>
            </a:r>
          </a:p>
          <a:p>
            <a:pPr lvl="3"/>
            <a:r>
              <a:rPr lang="en-US" smtClean="0">
                <a:ea typeface="Hiragino Sans"/>
                <a:cs typeface="Hiragino Sans"/>
              </a:rPr>
              <a:t>Fourth level</a:t>
            </a:r>
          </a:p>
          <a:p>
            <a:pPr lvl="4"/>
            <a:r>
              <a:rPr lang="en-US" smtClean="0">
                <a:ea typeface="Hiragino Sans"/>
                <a:cs typeface="Hiragino Sans"/>
              </a:rPr>
              <a:t>Fifth level</a:t>
            </a:r>
            <a:endParaRPr lang="en-US">
              <a:ea typeface="Hiragino Sans"/>
              <a:cs typeface="Hiragino Sans"/>
            </a:endParaRP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>
                <a:ea typeface="Hiragino Sans"/>
                <a:cs typeface="Hiragino Sans"/>
              </a:rPr>
              <a:t>1/27/13</a:t>
            </a:fld>
            <a:endParaRPr lang="en-US">
              <a:ea typeface="Hiragino Sans"/>
              <a:cs typeface="Hiragino Sans"/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>
              <a:ea typeface="Hiragino Sans"/>
              <a:cs typeface="Hiragino Sans"/>
            </a:endParaRP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>
                <a:ea typeface="Hiragino Sans"/>
                <a:cs typeface="Hiragino Sans"/>
              </a:rPr>
              <a:t>‹#›</a:t>
            </a:fld>
            <a:endParaRPr lang="en-US">
              <a:ea typeface="Hiragino Sans"/>
              <a:cs typeface="Hiragino Sans"/>
            </a:endParaRPr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ea typeface="Hiragino Sans"/>
                <a:cs typeface="Hiragino Sans"/>
              </a:defRPr>
            </a:lvl1pPr>
          </a:lstStyle>
          <a:p>
            <a:r>
              <a:rPr lang="en-US" smtClean="0">
                <a:ea typeface="Hiragino Sans"/>
                <a:cs typeface="Hiragino Sans"/>
              </a:rPr>
              <a:t>Click to edit Master title style</a:t>
            </a:r>
            <a:endParaRPr lang="en-US">
              <a:ea typeface="Hiragino Sans"/>
              <a:cs typeface="Hiragino Sans"/>
            </a:endParaRP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>
                <a:ea typeface="Hiragino Sans"/>
                <a:cs typeface="Hiragino Sans"/>
              </a:defRPr>
            </a:lvl1pPr>
            <a:lvl2pPr marL="457200" indent="0">
              <a:buNone/>
              <a:defRPr sz="2000" b="1">
                <a:ea typeface="Hiragino Sans"/>
                <a:cs typeface="Hiragino Sans"/>
              </a:defRPr>
            </a:lvl2pPr>
            <a:lvl3pPr marL="914400" indent="0">
              <a:buNone/>
              <a:defRPr sz="1800" b="1">
                <a:ea typeface="Hiragino Sans"/>
                <a:cs typeface="Hiragino Sans"/>
              </a:defRPr>
            </a:lvl3pPr>
            <a:lvl4pPr marL="1371600" indent="0">
              <a:buNone/>
              <a:defRPr sz="1600" b="1">
                <a:ea typeface="Hiragino Sans"/>
                <a:cs typeface="Hiragino Sans"/>
              </a:defRPr>
            </a:lvl4pPr>
            <a:lvl5pPr marL="1828800" indent="0">
              <a:buNone/>
              <a:defRPr sz="1600" b="1">
                <a:ea typeface="Hiragino Sans"/>
                <a:cs typeface="Hiragino Sans"/>
              </a:defRPr>
            </a:lvl5pPr>
            <a:lvl6pPr marL="2286000" indent="0">
              <a:buNone/>
              <a:defRPr sz="1600" b="1">
                <a:ea typeface="Hiragino Sans"/>
                <a:cs typeface="Hiragino Sans"/>
              </a:defRPr>
            </a:lvl6pPr>
            <a:lvl7pPr marL="2743200" indent="0">
              <a:buNone/>
              <a:defRPr sz="1600" b="1">
                <a:ea typeface="Hiragino Sans"/>
                <a:cs typeface="Hiragino Sans"/>
              </a:defRPr>
            </a:lvl7pPr>
            <a:lvl8pPr marL="3200400" indent="0">
              <a:buNone/>
              <a:defRPr sz="1600" b="1">
                <a:ea typeface="Hiragino Sans"/>
                <a:cs typeface="Hiragino Sans"/>
              </a:defRPr>
            </a:lvl8pPr>
            <a:lvl9pPr marL="3657600" indent="0">
              <a:buNone/>
              <a:defRPr sz="1600" b="1">
                <a:ea typeface="Hiragino Sans"/>
                <a:cs typeface="Hiragino Sans"/>
              </a:defRPr>
            </a:lvl9pPr>
          </a:lstStyle>
          <a:p>
            <a:pPr lvl="0"/>
            <a:r>
              <a:rPr lang="en-US" smtClean="0">
                <a:ea typeface="Hiragino Sans"/>
                <a:cs typeface="Hiragino Sans"/>
              </a:rPr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>
                <a:ea typeface="Hiragino Sans"/>
                <a:cs typeface="Hiragino Sans"/>
              </a:defRPr>
            </a:lvl1pPr>
            <a:lvl2pPr>
              <a:defRPr sz="2000">
                <a:ea typeface="Hiragino Sans"/>
                <a:cs typeface="Hiragino Sans"/>
              </a:defRPr>
            </a:lvl2pPr>
            <a:lvl3pPr>
              <a:defRPr sz="1800">
                <a:ea typeface="Hiragino Sans"/>
                <a:cs typeface="Hiragino Sans"/>
              </a:defRPr>
            </a:lvl3pPr>
            <a:lvl4pPr>
              <a:defRPr sz="1600">
                <a:ea typeface="Hiragino Sans"/>
                <a:cs typeface="Hiragino Sans"/>
              </a:defRPr>
            </a:lvl4pPr>
            <a:lvl5pPr>
              <a:defRPr sz="1600">
                <a:ea typeface="Hiragino Sans"/>
                <a:cs typeface="Hiragino Sans"/>
              </a:defRPr>
            </a:lvl5pPr>
            <a:lvl6pPr>
              <a:defRPr sz="1600">
                <a:ea typeface="Hiragino Sans"/>
                <a:cs typeface="Hiragino Sans"/>
              </a:defRPr>
            </a:lvl6pPr>
            <a:lvl7pPr>
              <a:defRPr sz="1600">
                <a:ea typeface="Hiragino Sans"/>
                <a:cs typeface="Hiragino Sans"/>
              </a:defRPr>
            </a:lvl7pPr>
            <a:lvl8pPr>
              <a:defRPr sz="1600">
                <a:ea typeface="Hiragino Sans"/>
                <a:cs typeface="Hiragino Sans"/>
              </a:defRPr>
            </a:lvl8pPr>
            <a:lvl9pPr>
              <a:defRPr sz="1600">
                <a:ea typeface="Hiragino Sans"/>
                <a:cs typeface="Hiragino Sans"/>
              </a:defRPr>
            </a:lvl9pPr>
          </a:lstStyle>
          <a:p>
            <a:pPr lvl="0"/>
            <a:r>
              <a:rPr lang="en-US" smtClean="0">
                <a:ea typeface="Hiragino Sans"/>
                <a:cs typeface="Hiragino Sans"/>
              </a:rPr>
              <a:t>Click to edit Master text styles</a:t>
            </a:r>
          </a:p>
          <a:p>
            <a:pPr lvl="1"/>
            <a:r>
              <a:rPr lang="en-US" smtClean="0">
                <a:ea typeface="Hiragino Sans"/>
                <a:cs typeface="Hiragino Sans"/>
              </a:rPr>
              <a:t>Second level</a:t>
            </a:r>
          </a:p>
          <a:p>
            <a:pPr lvl="2"/>
            <a:r>
              <a:rPr lang="en-US" smtClean="0">
                <a:ea typeface="Hiragino Sans"/>
                <a:cs typeface="Hiragino Sans"/>
              </a:rPr>
              <a:t>Third level</a:t>
            </a:r>
          </a:p>
          <a:p>
            <a:pPr lvl="3"/>
            <a:r>
              <a:rPr lang="en-US" smtClean="0">
                <a:ea typeface="Hiragino Sans"/>
                <a:cs typeface="Hiragino Sans"/>
              </a:rPr>
              <a:t>Fourth level</a:t>
            </a:r>
          </a:p>
          <a:p>
            <a:pPr lvl="4"/>
            <a:r>
              <a:rPr lang="en-US" smtClean="0">
                <a:ea typeface="Hiragino Sans"/>
                <a:cs typeface="Hiragino Sans"/>
              </a:rPr>
              <a:t>Fifth level</a:t>
            </a:r>
            <a:endParaRPr lang="en-US">
              <a:ea typeface="Hiragino Sans"/>
              <a:cs typeface="Hiragino Sans"/>
            </a:endParaRP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>
                <a:ea typeface="Hiragino Sans"/>
                <a:cs typeface="Hiragino Sans"/>
              </a:defRPr>
            </a:lvl1pPr>
            <a:lvl2pPr marL="457200" indent="0">
              <a:buNone/>
              <a:defRPr sz="2000" b="1">
                <a:ea typeface="Hiragino Sans"/>
                <a:cs typeface="Hiragino Sans"/>
              </a:defRPr>
            </a:lvl2pPr>
            <a:lvl3pPr marL="914400" indent="0">
              <a:buNone/>
              <a:defRPr sz="1800" b="1">
                <a:ea typeface="Hiragino Sans"/>
                <a:cs typeface="Hiragino Sans"/>
              </a:defRPr>
            </a:lvl3pPr>
            <a:lvl4pPr marL="1371600" indent="0">
              <a:buNone/>
              <a:defRPr sz="1600" b="1">
                <a:ea typeface="Hiragino Sans"/>
                <a:cs typeface="Hiragino Sans"/>
              </a:defRPr>
            </a:lvl4pPr>
            <a:lvl5pPr marL="1828800" indent="0">
              <a:buNone/>
              <a:defRPr sz="1600" b="1">
                <a:ea typeface="Hiragino Sans"/>
                <a:cs typeface="Hiragino Sans"/>
              </a:defRPr>
            </a:lvl5pPr>
            <a:lvl6pPr marL="2286000" indent="0">
              <a:buNone/>
              <a:defRPr sz="1600" b="1">
                <a:ea typeface="Hiragino Sans"/>
                <a:cs typeface="Hiragino Sans"/>
              </a:defRPr>
            </a:lvl6pPr>
            <a:lvl7pPr marL="2743200" indent="0">
              <a:buNone/>
              <a:defRPr sz="1600" b="1">
                <a:ea typeface="Hiragino Sans"/>
                <a:cs typeface="Hiragino Sans"/>
              </a:defRPr>
            </a:lvl7pPr>
            <a:lvl8pPr marL="3200400" indent="0">
              <a:buNone/>
              <a:defRPr sz="1600" b="1">
                <a:ea typeface="Hiragino Sans"/>
                <a:cs typeface="Hiragino Sans"/>
              </a:defRPr>
            </a:lvl8pPr>
            <a:lvl9pPr marL="3657600" indent="0">
              <a:buNone/>
              <a:defRPr sz="1600" b="1">
                <a:ea typeface="Hiragino Sans"/>
                <a:cs typeface="Hiragino Sans"/>
              </a:defRPr>
            </a:lvl9pPr>
          </a:lstStyle>
          <a:p>
            <a:pPr lvl="0"/>
            <a:r>
              <a:rPr lang="en-US" smtClean="0">
                <a:ea typeface="Hiragino Sans"/>
                <a:cs typeface="Hiragino Sans"/>
              </a:rPr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>
                <a:ea typeface="Hiragino Sans"/>
                <a:cs typeface="Hiragino Sans"/>
              </a:defRPr>
            </a:lvl1pPr>
            <a:lvl2pPr>
              <a:defRPr sz="2000">
                <a:ea typeface="Hiragino Sans"/>
                <a:cs typeface="Hiragino Sans"/>
              </a:defRPr>
            </a:lvl2pPr>
            <a:lvl3pPr>
              <a:defRPr sz="1800">
                <a:ea typeface="Hiragino Sans"/>
                <a:cs typeface="Hiragino Sans"/>
              </a:defRPr>
            </a:lvl3pPr>
            <a:lvl4pPr>
              <a:defRPr sz="1600">
                <a:ea typeface="Hiragino Sans"/>
                <a:cs typeface="Hiragino Sans"/>
              </a:defRPr>
            </a:lvl4pPr>
            <a:lvl5pPr>
              <a:defRPr sz="1600">
                <a:ea typeface="Hiragino Sans"/>
                <a:cs typeface="Hiragino Sans"/>
              </a:defRPr>
            </a:lvl5pPr>
            <a:lvl6pPr>
              <a:defRPr sz="1600">
                <a:ea typeface="Hiragino Sans"/>
                <a:cs typeface="Hiragino Sans"/>
              </a:defRPr>
            </a:lvl6pPr>
            <a:lvl7pPr>
              <a:defRPr sz="1600">
                <a:ea typeface="Hiragino Sans"/>
                <a:cs typeface="Hiragino Sans"/>
              </a:defRPr>
            </a:lvl7pPr>
            <a:lvl8pPr>
              <a:defRPr sz="1600">
                <a:ea typeface="Hiragino Sans"/>
                <a:cs typeface="Hiragino Sans"/>
              </a:defRPr>
            </a:lvl8pPr>
            <a:lvl9pPr>
              <a:defRPr sz="1600">
                <a:ea typeface="Hiragino Sans"/>
                <a:cs typeface="Hiragino Sans"/>
              </a:defRPr>
            </a:lvl9pPr>
          </a:lstStyle>
          <a:p>
            <a:pPr lvl="0"/>
            <a:r>
              <a:rPr lang="en-US" smtClean="0">
                <a:ea typeface="Hiragino Sans"/>
                <a:cs typeface="Hiragino Sans"/>
              </a:rPr>
              <a:t>Click to edit Master text styles</a:t>
            </a:r>
          </a:p>
          <a:p>
            <a:pPr lvl="1"/>
            <a:r>
              <a:rPr lang="en-US" smtClean="0">
                <a:ea typeface="Hiragino Sans"/>
                <a:cs typeface="Hiragino Sans"/>
              </a:rPr>
              <a:t>Second level</a:t>
            </a:r>
          </a:p>
          <a:p>
            <a:pPr lvl="2"/>
            <a:r>
              <a:rPr lang="en-US" smtClean="0">
                <a:ea typeface="Hiragino Sans"/>
                <a:cs typeface="Hiragino Sans"/>
              </a:rPr>
              <a:t>Third level</a:t>
            </a:r>
          </a:p>
          <a:p>
            <a:pPr lvl="3"/>
            <a:r>
              <a:rPr lang="en-US" smtClean="0">
                <a:ea typeface="Hiragino Sans"/>
                <a:cs typeface="Hiragino Sans"/>
              </a:rPr>
              <a:t>Fourth level</a:t>
            </a:r>
          </a:p>
          <a:p>
            <a:pPr lvl="4"/>
            <a:r>
              <a:rPr lang="en-US" smtClean="0">
                <a:ea typeface="Hiragino Sans"/>
                <a:cs typeface="Hiragino Sans"/>
              </a:rPr>
              <a:t>Fifth level</a:t>
            </a:r>
            <a:endParaRPr lang="en-US">
              <a:ea typeface="Hiragino Sans"/>
              <a:cs typeface="Hiragino Sans"/>
            </a:endParaRP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>
                <a:ea typeface="Hiragino Sans"/>
                <a:cs typeface="Hiragino Sans"/>
              </a:rPr>
              <a:t>1/27/13</a:t>
            </a:fld>
            <a:endParaRPr lang="en-US">
              <a:ea typeface="Hiragino Sans"/>
              <a:cs typeface="Hiragino Sans"/>
            </a:endParaRPr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>
              <a:ea typeface="Hiragino Sans"/>
              <a:cs typeface="Hiragino Sans"/>
            </a:endParaRPr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>
                <a:ea typeface="Hiragino Sans"/>
                <a:cs typeface="Hiragino Sans"/>
              </a:rPr>
              <a:t>‹#›</a:t>
            </a:fld>
            <a:endParaRPr lang="en-US">
              <a:ea typeface="Hiragino Sans"/>
              <a:cs typeface="Hiragino Sans"/>
            </a:endParaRPr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>
                <a:ea typeface="Hiragino Sans"/>
                <a:cs typeface="Hiragino Sans"/>
              </a:rPr>
              <a:t>Click to edit Master title style</a:t>
            </a:r>
            <a:endParaRPr lang="en-US">
              <a:ea typeface="Hiragino Sans"/>
              <a:cs typeface="Hiragino Sans"/>
            </a:endParaRP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>
                <a:ea typeface="Hiragino Sans"/>
                <a:cs typeface="Hiragino Sans"/>
              </a:rPr>
              <a:t>1/27/13</a:t>
            </a:fld>
            <a:endParaRPr lang="en-US">
              <a:ea typeface="Hiragino Sans"/>
              <a:cs typeface="Hiragino Sans"/>
            </a:endParaRP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>
              <a:ea typeface="Hiragino Sans"/>
              <a:cs typeface="Hiragino Sans"/>
            </a:endParaRP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>
                <a:ea typeface="Hiragino Sans"/>
                <a:cs typeface="Hiragino Sans"/>
              </a:rPr>
              <a:t>‹#›</a:t>
            </a:fld>
            <a:endParaRPr lang="en-US">
              <a:ea typeface="Hiragino Sans"/>
              <a:cs typeface="Hiragino Sans"/>
            </a:endParaRP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>
                <a:ea typeface="Hiragino Sans"/>
                <a:cs typeface="Hiragino Sans"/>
              </a:rPr>
              <a:t>1/27/13</a:t>
            </a:fld>
            <a:endParaRPr lang="en-US">
              <a:ea typeface="Hiragino Sans"/>
              <a:cs typeface="Hiragino Sans"/>
            </a:endParaRPr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>
              <a:ea typeface="Hiragino Sans"/>
              <a:cs typeface="Hiragino Sans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>
                <a:ea typeface="Hiragino Sans"/>
                <a:cs typeface="Hiragino Sans"/>
              </a:rPr>
              <a:t>‹#›</a:t>
            </a:fld>
            <a:endParaRPr lang="en-US">
              <a:ea typeface="Hiragino Sans"/>
              <a:cs typeface="Hiragino Sans"/>
            </a:endParaRPr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>
                <a:ea typeface="Hiragino Sans"/>
                <a:cs typeface="Hiragino Sans"/>
              </a:defRPr>
            </a:lvl1pPr>
          </a:lstStyle>
          <a:p>
            <a:r>
              <a:rPr lang="en-US" smtClean="0">
                <a:ea typeface="Hiragino Sans"/>
                <a:cs typeface="Hiragino Sans"/>
              </a:rPr>
              <a:t>Click to edit Master title style</a:t>
            </a:r>
            <a:endParaRPr lang="en-US">
              <a:ea typeface="Hiragino Sans"/>
              <a:cs typeface="Hiragino Sans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>
                <a:ea typeface="Hiragino Sans"/>
                <a:cs typeface="Hiragino Sans"/>
              </a:defRPr>
            </a:lvl1pPr>
            <a:lvl2pPr>
              <a:defRPr sz="2800">
                <a:ea typeface="Hiragino Sans"/>
                <a:cs typeface="Hiragino Sans"/>
              </a:defRPr>
            </a:lvl2pPr>
            <a:lvl3pPr>
              <a:defRPr sz="2400">
                <a:ea typeface="Hiragino Sans"/>
                <a:cs typeface="Hiragino Sans"/>
              </a:defRPr>
            </a:lvl3pPr>
            <a:lvl4pPr>
              <a:defRPr sz="2000">
                <a:ea typeface="Hiragino Sans"/>
                <a:cs typeface="Hiragino Sans"/>
              </a:defRPr>
            </a:lvl4pPr>
            <a:lvl5pPr>
              <a:defRPr sz="2000">
                <a:ea typeface="Hiragino Sans"/>
                <a:cs typeface="Hiragino Sans"/>
              </a:defRPr>
            </a:lvl5pPr>
            <a:lvl6pPr>
              <a:defRPr sz="2000">
                <a:ea typeface="Hiragino Sans"/>
                <a:cs typeface="Hiragino Sans"/>
              </a:defRPr>
            </a:lvl6pPr>
            <a:lvl7pPr>
              <a:defRPr sz="2000">
                <a:ea typeface="Hiragino Sans"/>
                <a:cs typeface="Hiragino Sans"/>
              </a:defRPr>
            </a:lvl7pPr>
            <a:lvl8pPr>
              <a:defRPr sz="2000">
                <a:ea typeface="Hiragino Sans"/>
                <a:cs typeface="Hiragino Sans"/>
              </a:defRPr>
            </a:lvl8pPr>
            <a:lvl9pPr>
              <a:defRPr sz="2000">
                <a:ea typeface="Hiragino Sans"/>
                <a:cs typeface="Hiragino Sans"/>
              </a:defRPr>
            </a:lvl9pPr>
          </a:lstStyle>
          <a:p>
            <a:pPr lvl="0"/>
            <a:r>
              <a:rPr lang="en-US" smtClean="0">
                <a:ea typeface="Hiragino Sans"/>
                <a:cs typeface="Hiragino Sans"/>
              </a:rPr>
              <a:t>Click to edit Master text styles</a:t>
            </a:r>
          </a:p>
          <a:p>
            <a:pPr lvl="1"/>
            <a:r>
              <a:rPr lang="en-US" smtClean="0">
                <a:ea typeface="Hiragino Sans"/>
                <a:cs typeface="Hiragino Sans"/>
              </a:rPr>
              <a:t>Second level</a:t>
            </a:r>
          </a:p>
          <a:p>
            <a:pPr lvl="2"/>
            <a:r>
              <a:rPr lang="en-US" smtClean="0">
                <a:ea typeface="Hiragino Sans"/>
                <a:cs typeface="Hiragino Sans"/>
              </a:rPr>
              <a:t>Third level</a:t>
            </a:r>
          </a:p>
          <a:p>
            <a:pPr lvl="3"/>
            <a:r>
              <a:rPr lang="en-US" smtClean="0">
                <a:ea typeface="Hiragino Sans"/>
                <a:cs typeface="Hiragino Sans"/>
              </a:rPr>
              <a:t>Fourth level</a:t>
            </a:r>
          </a:p>
          <a:p>
            <a:pPr lvl="4"/>
            <a:r>
              <a:rPr lang="en-US" smtClean="0">
                <a:ea typeface="Hiragino Sans"/>
                <a:cs typeface="Hiragino Sans"/>
              </a:rPr>
              <a:t>Fifth level</a:t>
            </a:r>
            <a:endParaRPr lang="en-US">
              <a:ea typeface="Hiragino Sans"/>
              <a:cs typeface="Hiragino Sans"/>
            </a:endParaRP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>
                <a:ea typeface="Hiragino Sans"/>
                <a:cs typeface="Hiragino Sans"/>
              </a:defRPr>
            </a:lvl1pPr>
            <a:lvl2pPr marL="457200" indent="0">
              <a:buNone/>
              <a:defRPr sz="1200">
                <a:ea typeface="Hiragino Sans"/>
                <a:cs typeface="Hiragino Sans"/>
              </a:defRPr>
            </a:lvl2pPr>
            <a:lvl3pPr marL="914400" indent="0">
              <a:buNone/>
              <a:defRPr sz="1000">
                <a:ea typeface="Hiragino Sans"/>
                <a:cs typeface="Hiragino Sans"/>
              </a:defRPr>
            </a:lvl3pPr>
            <a:lvl4pPr marL="1371600" indent="0">
              <a:buNone/>
              <a:defRPr sz="900">
                <a:ea typeface="Hiragino Sans"/>
                <a:cs typeface="Hiragino Sans"/>
              </a:defRPr>
            </a:lvl4pPr>
            <a:lvl5pPr marL="1828800" indent="0">
              <a:buNone/>
              <a:defRPr sz="900">
                <a:ea typeface="Hiragino Sans"/>
                <a:cs typeface="Hiragino Sans"/>
              </a:defRPr>
            </a:lvl5pPr>
            <a:lvl6pPr marL="2286000" indent="0">
              <a:buNone/>
              <a:defRPr sz="900">
                <a:ea typeface="Hiragino Sans"/>
                <a:cs typeface="Hiragino Sans"/>
              </a:defRPr>
            </a:lvl6pPr>
            <a:lvl7pPr marL="2743200" indent="0">
              <a:buNone/>
              <a:defRPr sz="900">
                <a:ea typeface="Hiragino Sans"/>
                <a:cs typeface="Hiragino Sans"/>
              </a:defRPr>
            </a:lvl7pPr>
            <a:lvl8pPr marL="3200400" indent="0">
              <a:buNone/>
              <a:defRPr sz="900">
                <a:ea typeface="Hiragino Sans"/>
                <a:cs typeface="Hiragino Sans"/>
              </a:defRPr>
            </a:lvl8pPr>
            <a:lvl9pPr marL="3657600" indent="0">
              <a:buNone/>
              <a:defRPr sz="900">
                <a:ea typeface="Hiragino Sans"/>
                <a:cs typeface="Hiragino Sans"/>
              </a:defRPr>
            </a:lvl9pPr>
          </a:lstStyle>
          <a:p>
            <a:pPr lvl="0"/>
            <a:r>
              <a:rPr lang="en-US" smtClean="0">
                <a:ea typeface="Hiragino Sans"/>
                <a:cs typeface="Hiragino Sans"/>
              </a:rPr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>
                <a:ea typeface="Hiragino Sans"/>
                <a:cs typeface="Hiragino Sans"/>
              </a:rPr>
              <a:t>1/27/13</a:t>
            </a:fld>
            <a:endParaRPr lang="en-US">
              <a:ea typeface="Hiragino Sans"/>
              <a:cs typeface="Hiragino Sans"/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>
              <a:ea typeface="Hiragino Sans"/>
              <a:cs typeface="Hiragino Sans"/>
            </a:endParaRP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>
                <a:ea typeface="Hiragino Sans"/>
                <a:cs typeface="Hiragino Sans"/>
              </a:rPr>
              <a:t>‹#›</a:t>
            </a:fld>
            <a:endParaRPr lang="en-US">
              <a:ea typeface="Hiragino Sans"/>
              <a:cs typeface="Hiragino Sans"/>
            </a:endParaRPr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>
                <a:ea typeface="Hiragino Sans"/>
                <a:cs typeface="Hiragino Sans"/>
              </a:defRPr>
            </a:lvl1pPr>
          </a:lstStyle>
          <a:p>
            <a:r>
              <a:rPr lang="en-US" smtClean="0">
                <a:ea typeface="Hiragino Sans"/>
                <a:cs typeface="Hiragino Sans"/>
              </a:rPr>
              <a:t>Click to edit Master title style</a:t>
            </a:r>
            <a:endParaRPr lang="en-US">
              <a:ea typeface="Hiragino Sans"/>
              <a:cs typeface="Hiragino Sans"/>
            </a:endParaRP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>
                <a:ea typeface="Hiragino Sans"/>
                <a:cs typeface="Hiragino Sans"/>
              </a:defRPr>
            </a:lvl1pPr>
            <a:lvl2pPr marL="457200" indent="0">
              <a:buNone/>
              <a:defRPr sz="2800">
                <a:ea typeface="Hiragino Sans"/>
                <a:cs typeface="Hiragino Sans"/>
              </a:defRPr>
            </a:lvl2pPr>
            <a:lvl3pPr marL="914400" indent="0">
              <a:buNone/>
              <a:defRPr sz="2400">
                <a:ea typeface="Hiragino Sans"/>
                <a:cs typeface="Hiragino Sans"/>
              </a:defRPr>
            </a:lvl3pPr>
            <a:lvl4pPr marL="1371600" indent="0">
              <a:buNone/>
              <a:defRPr sz="2000">
                <a:ea typeface="Hiragino Sans"/>
                <a:cs typeface="Hiragino Sans"/>
              </a:defRPr>
            </a:lvl4pPr>
            <a:lvl5pPr marL="1828800" indent="0">
              <a:buNone/>
              <a:defRPr sz="2000">
                <a:ea typeface="Hiragino Sans"/>
                <a:cs typeface="Hiragino Sans"/>
              </a:defRPr>
            </a:lvl5pPr>
            <a:lvl6pPr marL="2286000" indent="0">
              <a:buNone/>
              <a:defRPr sz="2000">
                <a:ea typeface="Hiragino Sans"/>
                <a:cs typeface="Hiragino Sans"/>
              </a:defRPr>
            </a:lvl6pPr>
            <a:lvl7pPr marL="2743200" indent="0">
              <a:buNone/>
              <a:defRPr sz="2000">
                <a:ea typeface="Hiragino Sans"/>
                <a:cs typeface="Hiragino Sans"/>
              </a:defRPr>
            </a:lvl7pPr>
            <a:lvl8pPr marL="3200400" indent="0">
              <a:buNone/>
              <a:defRPr sz="2000">
                <a:ea typeface="Hiragino Sans"/>
                <a:cs typeface="Hiragino Sans"/>
              </a:defRPr>
            </a:lvl8pPr>
            <a:lvl9pPr marL="3657600" indent="0">
              <a:buNone/>
              <a:defRPr sz="2000">
                <a:ea typeface="Hiragino Sans"/>
                <a:cs typeface="Hiragino Sans"/>
              </a:defRPr>
            </a:lvl9pPr>
          </a:lstStyle>
          <a:p>
            <a:endParaRPr lang="en-US">
              <a:ea typeface="Hiragino Sans"/>
              <a:cs typeface="Hiragino Sans"/>
            </a:endParaRP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>
                <a:ea typeface="Hiragino Sans"/>
                <a:cs typeface="Hiragino Sans"/>
              </a:defRPr>
            </a:lvl1pPr>
            <a:lvl2pPr marL="457200" indent="0">
              <a:buNone/>
              <a:defRPr sz="1200">
                <a:ea typeface="Hiragino Sans"/>
                <a:cs typeface="Hiragino Sans"/>
              </a:defRPr>
            </a:lvl2pPr>
            <a:lvl3pPr marL="914400" indent="0">
              <a:buNone/>
              <a:defRPr sz="1000">
                <a:ea typeface="Hiragino Sans"/>
                <a:cs typeface="Hiragino Sans"/>
              </a:defRPr>
            </a:lvl3pPr>
            <a:lvl4pPr marL="1371600" indent="0">
              <a:buNone/>
              <a:defRPr sz="900">
                <a:ea typeface="Hiragino Sans"/>
                <a:cs typeface="Hiragino Sans"/>
              </a:defRPr>
            </a:lvl4pPr>
            <a:lvl5pPr marL="1828800" indent="0">
              <a:buNone/>
              <a:defRPr sz="900">
                <a:ea typeface="Hiragino Sans"/>
                <a:cs typeface="Hiragino Sans"/>
              </a:defRPr>
            </a:lvl5pPr>
            <a:lvl6pPr marL="2286000" indent="0">
              <a:buNone/>
              <a:defRPr sz="900">
                <a:ea typeface="Hiragino Sans"/>
                <a:cs typeface="Hiragino Sans"/>
              </a:defRPr>
            </a:lvl6pPr>
            <a:lvl7pPr marL="2743200" indent="0">
              <a:buNone/>
              <a:defRPr sz="900">
                <a:ea typeface="Hiragino Sans"/>
                <a:cs typeface="Hiragino Sans"/>
              </a:defRPr>
            </a:lvl7pPr>
            <a:lvl8pPr marL="3200400" indent="0">
              <a:buNone/>
              <a:defRPr sz="900">
                <a:ea typeface="Hiragino Sans"/>
                <a:cs typeface="Hiragino Sans"/>
              </a:defRPr>
            </a:lvl8pPr>
            <a:lvl9pPr marL="3657600" indent="0">
              <a:buNone/>
              <a:defRPr sz="900">
                <a:ea typeface="Hiragino Sans"/>
                <a:cs typeface="Hiragino Sans"/>
              </a:defRPr>
            </a:lvl9pPr>
          </a:lstStyle>
          <a:p>
            <a:pPr lvl="0"/>
            <a:r>
              <a:rPr lang="en-US" smtClean="0">
                <a:ea typeface="Hiragino Sans"/>
                <a:cs typeface="Hiragino Sans"/>
              </a:rPr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>
                <a:ea typeface="Hiragino Sans"/>
                <a:cs typeface="Hiragino Sans"/>
              </a:rPr>
              <a:t>1/27/13</a:t>
            </a:fld>
            <a:endParaRPr lang="en-US">
              <a:ea typeface="Hiragino Sans"/>
              <a:cs typeface="Hiragino Sans"/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>
              <a:ea typeface="Hiragino Sans"/>
              <a:cs typeface="Hiragino Sans"/>
            </a:endParaRP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>
                <a:ea typeface="Hiragino Sans"/>
                <a:cs typeface="Hiragino Sans"/>
              </a:rPr>
              <a:t>‹#›</a:t>
            </a:fld>
            <a:endParaRPr lang="en-US">
              <a:ea typeface="Hiragino Sans"/>
              <a:cs typeface="Hiragino Sans"/>
            </a:endParaRPr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>
                <a:ea typeface="Hiragino Sans"/>
                <a:cs typeface="Hiragino Sans"/>
              </a:rPr>
              <a:t>Click to edit Master title style</a:t>
            </a:r>
            <a:endParaRPr lang="en-US">
              <a:ea typeface="Hiragino Sans"/>
              <a:cs typeface="Hiragino Sans"/>
            </a:endParaRP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>
                <a:ea typeface="Hiragino Sans"/>
                <a:cs typeface="Hiragino Sans"/>
              </a:rPr>
              <a:t>Click to edit Master text styles</a:t>
            </a:r>
          </a:p>
          <a:p>
            <a:pPr lvl="1"/>
            <a:r>
              <a:rPr lang="en-US" smtClean="0">
                <a:ea typeface="Hiragino Sans"/>
                <a:cs typeface="Hiragino Sans"/>
              </a:rPr>
              <a:t>Second level</a:t>
            </a:r>
          </a:p>
          <a:p>
            <a:pPr lvl="2"/>
            <a:r>
              <a:rPr lang="en-US" smtClean="0">
                <a:ea typeface="Hiragino Sans"/>
                <a:cs typeface="Hiragino Sans"/>
              </a:rPr>
              <a:t>Third level</a:t>
            </a:r>
          </a:p>
          <a:p>
            <a:pPr lvl="3"/>
            <a:r>
              <a:rPr lang="en-US" smtClean="0">
                <a:ea typeface="Hiragino Sans"/>
                <a:cs typeface="Hiragino Sans"/>
              </a:rPr>
              <a:t>Fourth level</a:t>
            </a:r>
          </a:p>
          <a:p>
            <a:pPr lvl="4"/>
            <a:r>
              <a:rPr lang="en-US" smtClean="0">
                <a:ea typeface="Hiragino Sans"/>
                <a:cs typeface="Hiragino Sans"/>
              </a:rPr>
              <a:t>Fifth level</a:t>
            </a:r>
            <a:endParaRPr lang="en-US">
              <a:ea typeface="Hiragino Sans"/>
              <a:cs typeface="Hiragino Sans"/>
            </a:endParaRP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>
                <a:ea typeface="Hiragino Sans"/>
                <a:cs typeface="Hiragino Sans"/>
              </a:rPr>
              <a:t>1/27/13</a:t>
            </a:fld>
            <a:endParaRPr lang="en-US">
              <a:ea typeface="Hiragino Sans"/>
              <a:cs typeface="Hiragino Sans"/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>
              <a:ea typeface="Hiragino Sans"/>
              <a:cs typeface="Hiragino Sans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>
                <a:ea typeface="Hiragino Sans"/>
                <a:cs typeface="Hiragino Sans"/>
              </a:rPr>
              <a:t>‹#›</a:t>
            </a:fld>
            <a:endParaRPr lang="en-US">
              <a:ea typeface="Hiragino Sans"/>
              <a:cs typeface="Hiragino Sans"/>
            </a:endParaRPr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>
                <a:ea typeface="Hiragino Sans"/>
                <a:cs typeface="Hiragino Sans"/>
              </a:rPr>
              <a:t>Click to edit Master title style</a:t>
            </a:r>
            <a:endParaRPr lang="en-US">
              <a:ea typeface="Hiragino Sans"/>
              <a:cs typeface="Hiragino Sans"/>
            </a:endParaRP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>
                <a:ea typeface="Hiragino Sans"/>
                <a:cs typeface="Hiragino Sans"/>
              </a:rPr>
              <a:t>Click to edit Master text styles</a:t>
            </a:r>
          </a:p>
          <a:p>
            <a:pPr lvl="1"/>
            <a:r>
              <a:rPr lang="en-US" smtClean="0">
                <a:ea typeface="Hiragino Sans"/>
                <a:cs typeface="Hiragino Sans"/>
              </a:rPr>
              <a:t>Second level</a:t>
            </a:r>
          </a:p>
          <a:p>
            <a:pPr lvl="2"/>
            <a:r>
              <a:rPr lang="en-US" smtClean="0">
                <a:ea typeface="Hiragino Sans"/>
                <a:cs typeface="Hiragino Sans"/>
              </a:rPr>
              <a:t>Third level</a:t>
            </a:r>
          </a:p>
          <a:p>
            <a:pPr lvl="3"/>
            <a:r>
              <a:rPr lang="en-US" smtClean="0">
                <a:ea typeface="Hiragino Sans"/>
                <a:cs typeface="Hiragino Sans"/>
              </a:rPr>
              <a:t>Fourth level</a:t>
            </a:r>
          </a:p>
          <a:p>
            <a:pPr lvl="4"/>
            <a:r>
              <a:rPr lang="en-US" smtClean="0">
                <a:ea typeface="Hiragino Sans"/>
                <a:cs typeface="Hiragino Sans"/>
              </a:rPr>
              <a:t>Fifth level</a:t>
            </a:r>
            <a:endParaRPr lang="en-US">
              <a:ea typeface="Hiragino Sans"/>
              <a:cs typeface="Hiragino Sans"/>
            </a:endParaRP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>
                <a:ea typeface="Hiragino Sans"/>
                <a:cs typeface="Hiragino Sans"/>
              </a:rPr>
              <a:t>1/27/13</a:t>
            </a:fld>
            <a:endParaRPr lang="en-US">
              <a:ea typeface="Hiragino Sans"/>
              <a:cs typeface="Hiragino Sans"/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>
              <a:ea typeface="Hiragino Sans"/>
              <a:cs typeface="Hiragino Sans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>
                <a:ea typeface="Hiragino Sans"/>
                <a:cs typeface="Hiragino Sans"/>
              </a:rPr>
              <a:t>‹#›</a:t>
            </a:fld>
            <a:endParaRPr lang="en-US">
              <a:ea typeface="Hiragino Sans"/>
              <a:cs typeface="Hiragino Sans"/>
            </a:endParaRPr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>
                <a:ea typeface="Hiragino Sans"/>
                <a:cs typeface="Hiragino Sans"/>
              </a:rPr>
              <a:t>Click to edit Master title style</a:t>
            </a:r>
            <a:endParaRPr lang="en-US">
              <a:ea typeface="Hiragino Sans"/>
              <a:cs typeface="Hiragino Sans"/>
            </a:endParaRP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>
                <a:ea typeface="Hiragino Sans"/>
                <a:cs typeface="Hiragino Sans"/>
              </a:rPr>
              <a:t>Click to edit Master text styles</a:t>
            </a:r>
          </a:p>
          <a:p>
            <a:pPr lvl="1"/>
            <a:r>
              <a:rPr lang="en-US" smtClean="0">
                <a:ea typeface="Hiragino Sans"/>
                <a:cs typeface="Hiragino Sans"/>
              </a:rPr>
              <a:t>Second level</a:t>
            </a:r>
          </a:p>
          <a:p>
            <a:pPr lvl="2"/>
            <a:r>
              <a:rPr lang="en-US" smtClean="0">
                <a:ea typeface="Hiragino Sans"/>
                <a:cs typeface="Hiragino Sans"/>
              </a:rPr>
              <a:t>Third level</a:t>
            </a:r>
          </a:p>
          <a:p>
            <a:pPr lvl="3"/>
            <a:r>
              <a:rPr lang="en-US" smtClean="0">
                <a:ea typeface="Hiragino Sans"/>
                <a:cs typeface="Hiragino Sans"/>
              </a:rPr>
              <a:t>Fourth level</a:t>
            </a:r>
          </a:p>
          <a:p>
            <a:pPr lvl="4"/>
            <a:r>
              <a:rPr lang="en-US" smtClean="0">
                <a:ea typeface="Hiragino Sans"/>
                <a:cs typeface="Hiragino Sans"/>
              </a:rPr>
              <a:t>Fifth level</a:t>
            </a:r>
            <a:endParaRPr lang="en-US">
              <a:ea typeface="Hiragino Sans"/>
              <a:cs typeface="Hiragino Sans"/>
            </a:endParaRP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ea typeface="Hiragino Sans"/>
                <a:cs typeface="Hiragino Sans"/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>
                <a:ea typeface="Hiragino Sans"/>
                <a:cs typeface="Hiragino Sans"/>
              </a:rPr>
              <a:t>1/27/13</a:t>
            </a:fld>
            <a:endParaRPr lang="en-US">
              <a:ea typeface="Hiragino Sans"/>
              <a:cs typeface="Hiragino Sans"/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ea typeface="Hiragino Sans"/>
                <a:cs typeface="Hiragino Sans"/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>
              <a:ea typeface="Hiragino Sans"/>
              <a:cs typeface="Hiragino Sans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ea typeface="Hiragino Sans"/>
                <a:cs typeface="Hiragino Sans"/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>
                <a:ea typeface="Hiragino Sans"/>
                <a:cs typeface="Hiragino Sans"/>
              </a:rPr>
              <a:t>‹#›</a:t>
            </a:fld>
            <a:endParaRPr lang="en-US">
              <a:ea typeface="Hiragino Sans"/>
              <a:cs typeface="Hiragino Sans"/>
            </a:endParaRPr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Hiragino Sans"/>
          <a:cs typeface="Hiragino San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Hiragino Sans"/>
          <a:cs typeface="Hiragino San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Hiragino Sans"/>
          <a:cs typeface="Hiragino San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Hiragino Sans"/>
          <a:cs typeface="Hiragino San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Hiragino Sans"/>
          <a:cs typeface="Hiragino San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Hiragino Sans"/>
          <a:cs typeface="Hiragino San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Hiragino Sans"/>
          <a:cs typeface="Hiragino San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Hiragino Sans"/>
          <a:cs typeface="Hiragino San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Hiragino Sans"/>
          <a:cs typeface="Hiragino San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Hiragino Sans"/>
          <a:cs typeface="Hiragino Sans"/>
        </a:defRPr>
      </a:lvl9pPr>
    </p:bodyStyle>
    <p:otherStyle>
      <a:defPPr>
        <a:defRPr lang="en-US">
          <a:ea typeface="Hiragino Sans"/>
          <a:cs typeface="Hiragino Sans"/>
        </a:defRPr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Hiragino Sans"/>
          <a:cs typeface="Hiragino San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Hiragino Sans"/>
          <a:cs typeface="Hiragino San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Hiragino Sans"/>
          <a:cs typeface="Hiragino San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Hiragino Sans"/>
          <a:cs typeface="Hiragino San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Hiragino Sans"/>
          <a:cs typeface="Hiragino San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Hiragino Sans"/>
          <a:cs typeface="Hiragino San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Hiragino Sans"/>
          <a:cs typeface="Hiragino San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Hiragino Sans"/>
          <a:cs typeface="Hiragino San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Hiragino Sans"/>
          <a:cs typeface="Hiragino San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gif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edge:title"/>
          <p:cNvSpPr txBox="1"/>
          <p:nvPr/>
        </p:nvSpPr>
        <p:spPr>
          <a:xfrm>
            <a:off x="566928" y="146304"/>
            <a:ext cx="11057839" cy="4572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defRPr sz="2400" b="1">
                <a:solidFill>
                  <a:srgbClr val="141413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折れる電柱の 4 割は、倒れた家に巻き込まれる</a:t>
            </a:r>
          </a:p>
        </p:txBody>
      </p:sp>
      <p:pic>
        <p:nvPicPr>
          <p:cNvPr id="3" name="Picture 2" descr="restoration_workforce.gi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64900" y="713232"/>
            <a:ext cx="9461895" cy="5322316"/>
          </a:xfrm>
          <a:prstGeom prst="rect">
            <a:avLst/>
          </a:prstGeom>
        </p:spPr>
      </p:pic>
      <p:sp>
        <p:nvSpPr>
          <p:cNvPr id="4" name="edge:caption"/>
          <p:cNvSpPr txBox="1"/>
          <p:nvPr/>
        </p:nvSpPr>
        <p:spPr>
          <a:xfrm>
            <a:off x="228600" y="6090412"/>
            <a:ext cx="11734495" cy="5207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1400">
                <a:solidFill>
                  <a:srgbClr val="73706A"/>
                </a:solidFill>
                <a:latin typeface="Avenir Next"/>
                <a:ea typeface="Hiragino Sans"/>
                <a:cs typeface="Hiragino Sans"/>
              </a:rPr>
              <a:t>出典｜make_restoration_workforce.py / run_v7(動的カスケード)/ 令和5年住宅・土地統計調査 第6-3表 / 内閣府 首都直下 手法 資料3 / 各社 有価証券報告書 FY2025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57200"/>
            <a:ext cx="11057839" cy="65836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>
              <a:lnSpc>
                <a:spcPct val="106000"/>
              </a:lnSpc>
              <a:defRPr sz="3390" b="1">
                <a:solidFill>
                  <a:srgbClr val="141413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営業所の人が被災し、社内で回し、応援が着く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1920430"/>
            <a:ext cx="11057839" cy="2540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r>
              <a:rPr sz="1600" b="1">
                <a:solidFill>
                  <a:srgbClr val="5A5852"/>
                </a:solidFill>
                <a:latin typeface="Avenir Next"/>
                <a:ea typeface="Hiragino Sans"/>
                <a:cs typeface="Hiragino Sans"/>
              </a:rPr>
              <a:t>電柱｜何本折れるか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212530"/>
            <a:ext cx="10801807" cy="6953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ct val="130000"/>
              </a:lnSpc>
            </a:pPr>
            <a:r>
              <a:rPr sz="1500">
                <a:solidFill>
                  <a:srgbClr val="141413"/>
                </a:solidFill>
                <a:latin typeface="Avenir Next"/>
                <a:ea typeface="Hiragino Sans"/>
                <a:cs typeface="Hiragino Sans"/>
              </a:rPr>
              <a:t>揺れの折損率(震度 7 で 0.8%)に、建物全壊の巻き込み </a:t>
            </a:r>
            <a:r>
              <a:rPr sz="1500">
                <a:solidFill>
                  <a:srgbClr val="141413"/>
                </a:solidFill>
                <a:highlight>
                  <a:srgbClr val="F4D8CF"/>
                </a:highlight>
                <a:latin typeface="Avenir Next"/>
                <a:ea typeface="Hiragino Sans"/>
                <a:cs typeface="Hiragino Sans"/>
              </a:rPr>
              <a:t>0.17155 × 木造全壊率</a:t>
            </a:r>
            <a:r>
              <a:rPr sz="1500">
                <a:solidFill>
                  <a:srgbClr val="141413"/>
                </a:solidFill>
                <a:latin typeface="Avenir Next"/>
                <a:ea typeface="Hiragino Sans"/>
                <a:cs typeface="Hiragino Sans"/>
              </a:rPr>
              <a:t> を足す。木造全壊率は市区町村の建築年次と全壊率曲線から。浸水域は 16.3%。電柱の本数は各社の支持物数から。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3059747"/>
            <a:ext cx="11057839" cy="9525"/>
          </a:xfrm>
          <a:prstGeom prst="rect">
            <a:avLst/>
          </a:prstGeom>
          <a:solidFill>
            <a:srgbClr val="E8E6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3237039"/>
            <a:ext cx="11057839" cy="2540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r>
              <a:rPr sz="1600" b="1">
                <a:solidFill>
                  <a:srgbClr val="5A5852"/>
                </a:solidFill>
                <a:latin typeface="Avenir Next"/>
                <a:ea typeface="Hiragino Sans"/>
                <a:cs typeface="Hiragino Sans"/>
              </a:rPr>
              <a:t>人｜誰が直すか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3529139"/>
            <a:ext cx="10801807" cy="6953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ct val="130000"/>
              </a:lnSpc>
            </a:pPr>
            <a:r>
              <a:rPr sz="1500">
                <a:solidFill>
                  <a:srgbClr val="141413"/>
                </a:solidFill>
                <a:latin typeface="Avenir Next"/>
                <a:ea typeface="Hiragino Sans"/>
                <a:cs typeface="Hiragino Sans"/>
              </a:rPr>
              <a:t>各社公表の 350 事業所に 32,799 人(100 万口あたり 390 人・熊本や台風の実績の中央値)。震度と浸水で欠け、1 日で揃う。軽い事業所から半数を重い事業所へ回す。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4376356"/>
            <a:ext cx="11057839" cy="9525"/>
          </a:xfrm>
          <a:prstGeom prst="rect">
            <a:avLst/>
          </a:prstGeom>
          <a:solidFill>
            <a:srgbClr val="E8E6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4553648"/>
            <a:ext cx="11057839" cy="2540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r>
              <a:rPr sz="1600" b="1">
                <a:solidFill>
                  <a:srgbClr val="5A5852"/>
                </a:solidFill>
                <a:latin typeface="Avenir Next"/>
                <a:ea typeface="Hiragino Sans"/>
                <a:cs typeface="Hiragino Sans"/>
              </a:rPr>
              <a:t>応援｜いつ、どこから着くか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4845748"/>
            <a:ext cx="10801807" cy="6953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ct val="130000"/>
              </a:lnSpc>
            </a:pPr>
            <a:r>
              <a:rPr sz="1500">
                <a:solidFill>
                  <a:srgbClr val="141413"/>
                </a:solidFill>
                <a:latin typeface="Avenir Next"/>
                <a:ea typeface="Hiragino Sans"/>
                <a:cs typeface="Hiragino Sans"/>
              </a:rPr>
              <a:t>自社の被害が小さい北海道・東北・北陸・九州・東京が動員可能数の 15% を送る。本店から陸路で、北海道は海路で 1 日足す。第 1 陣は 1.5〜1.75 日で着く。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6473952"/>
            <a:ext cx="11057839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r">
              <a:defRPr sz="1100">
                <a:solidFill>
                  <a:srgbClr val="73706A"/>
                </a:solidFill>
                <a:latin typeface="Avenir Next"/>
                <a:ea typeface="Hiragino Sans"/>
                <a:cs typeface="Hiragino Sans"/>
              </a:defRPr>
            </a:pPr>
            <a:r>
              <a:t>2 / 4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57200"/>
            <a:ext cx="11057839" cy="65836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>
              <a:lnSpc>
                <a:spcPct val="106000"/>
              </a:lnSpc>
              <a:defRPr sz="3390" b="1">
                <a:solidFill>
                  <a:srgbClr val="141413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効くのは他社応援より、社内の融通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1510259" y="1454277"/>
          <a:ext cx="9171176" cy="4552950"/>
        </p:xfrm>
        <a:graphic>
          <a:graphicData uri="http://schemas.openxmlformats.org/drawingml/2006/table">
            <a:tbl>
              <a:tblPr/>
              <a:tblGrid>
                <a:gridCol w="2565400"/>
                <a:gridCol w="2032000"/>
                <a:gridCol w="1702358"/>
                <a:gridCol w="998626"/>
                <a:gridCol w="883767"/>
                <a:gridCol w="989025"/>
              </a:tblGrid>
              <a:tr h="596900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141413"/>
                          </a:solidFill>
                          <a:latin typeface="Avenir Next"/>
                          <a:ea typeface="Hiragino Sans"/>
                          <a:cs typeface="Hiragino Sans"/>
                        </a:rPr>
                        <a:t>条件</a:t>
                      </a:r>
                    </a:p>
                  </a:txBody>
                  <a:tcPr anchor="ctr" marL="127000" marR="127000" marT="76200" marB="76200">
                    <a:lnB w="12700" cap="flat" cmpd="sng" algn="ctr">
                      <a:solidFill>
                        <a:srgbClr val="141413"/>
                      </a:solidFill>
                      <a:prstDash val="solid"/>
                    </a:lnB>
                    <a:lnT w="15875" cap="flat" cmpd="sng" algn="ctr">
                      <a:solidFill>
                        <a:srgbClr val="141413"/>
                      </a:solidFill>
                      <a:prstDash val="solid"/>
                    </a:lnT>
                    <a:lnR>
                      <a:noFill/>
                    </a:lnR>
                    <a:lnL>
                      <a:noFill/>
                    </a:lnL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141413"/>
                          </a:solidFill>
                          <a:latin typeface="Avenir Next"/>
                          <a:ea typeface="Hiragino Sans"/>
                          <a:cs typeface="Hiragino Sans"/>
                        </a:rPr>
                        <a:t>建物全壊で折れる電柱</a:t>
                      </a:r>
                    </a:p>
                  </a:txBody>
                  <a:tcPr anchor="ctr" marL="127000" marR="127000" marT="76200" marB="76200">
                    <a:lnB w="12700" cap="flat" cmpd="sng" algn="ctr">
                      <a:solidFill>
                        <a:srgbClr val="141413"/>
                      </a:solidFill>
                      <a:prstDash val="solid"/>
                    </a:lnB>
                    <a:lnT w="15875" cap="flat" cmpd="sng" algn="ctr">
                      <a:solidFill>
                        <a:srgbClr val="141413"/>
                      </a:solidFill>
                      <a:prstDash val="solid"/>
                    </a:lnT>
                    <a:lnR>
                      <a:noFill/>
                    </a:lnR>
                    <a:lnL>
                      <a:noFill/>
                    </a:lnL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141413"/>
                          </a:solidFill>
                          <a:latin typeface="Avenir Next"/>
                          <a:ea typeface="Hiragino Sans"/>
                          <a:cs typeface="Hiragino Sans"/>
                        </a:rPr>
                        <a:t>配電の停電 1 日後</a:t>
                      </a:r>
                    </a:p>
                  </a:txBody>
                  <a:tcPr anchor="ctr" marL="127000" marR="127000" marT="76200" marB="76200">
                    <a:lnB w="12700" cap="flat" cmpd="sng" algn="ctr">
                      <a:solidFill>
                        <a:srgbClr val="141413"/>
                      </a:solidFill>
                      <a:prstDash val="solid"/>
                    </a:lnB>
                    <a:lnT w="15875" cap="flat" cmpd="sng" algn="ctr">
                      <a:solidFill>
                        <a:srgbClr val="141413"/>
                      </a:solidFill>
                      <a:prstDash val="solid"/>
                    </a:lnT>
                    <a:lnR>
                      <a:noFill/>
                    </a:lnR>
                    <a:lnL>
                      <a:noFill/>
                    </a:lnL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141413"/>
                          </a:solidFill>
                          <a:latin typeface="Avenir Next"/>
                          <a:ea typeface="Hiragino Sans"/>
                          <a:cs typeface="Hiragino Sans"/>
                        </a:rPr>
                        <a:t>7 日後</a:t>
                      </a:r>
                    </a:p>
                  </a:txBody>
                  <a:tcPr anchor="ctr" marL="127000" marR="127000" marT="76200" marB="76200">
                    <a:lnB w="12700" cap="flat" cmpd="sng" algn="ctr">
                      <a:solidFill>
                        <a:srgbClr val="141413"/>
                      </a:solidFill>
                      <a:prstDash val="solid"/>
                    </a:lnB>
                    <a:lnT w="15875" cap="flat" cmpd="sng" algn="ctr">
                      <a:solidFill>
                        <a:srgbClr val="141413"/>
                      </a:solidFill>
                      <a:prstDash val="solid"/>
                    </a:lnT>
                    <a:lnR>
                      <a:noFill/>
                    </a:lnR>
                    <a:lnL>
                      <a:noFill/>
                    </a:lnL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141413"/>
                          </a:solidFill>
                          <a:latin typeface="Avenir Next"/>
                          <a:ea typeface="Hiragino Sans"/>
                          <a:cs typeface="Hiragino Sans"/>
                        </a:rPr>
                        <a:t>14 日後</a:t>
                      </a:r>
                    </a:p>
                  </a:txBody>
                  <a:tcPr anchor="ctr" marL="127000" marR="127000" marT="76200" marB="76200">
                    <a:lnB w="12700" cap="flat" cmpd="sng" algn="ctr">
                      <a:solidFill>
                        <a:srgbClr val="141413"/>
                      </a:solidFill>
                      <a:prstDash val="solid"/>
                    </a:lnB>
                    <a:lnT w="15875" cap="flat" cmpd="sng" algn="ctr">
                      <a:solidFill>
                        <a:srgbClr val="141413"/>
                      </a:solidFill>
                      <a:prstDash val="solid"/>
                    </a:lnT>
                    <a:lnR>
                      <a:noFill/>
                    </a:lnR>
                    <a:lnL>
                      <a:noFill/>
                    </a:lnL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141413"/>
                          </a:solidFill>
                          <a:latin typeface="Avenir Next"/>
                          <a:ea typeface="Hiragino Sans"/>
                          <a:cs typeface="Hiragino Sans"/>
                        </a:rPr>
                        <a:t>他社応援</a:t>
                      </a:r>
                    </a:p>
                  </a:txBody>
                  <a:tcPr anchor="ctr" marL="127000" marR="127000" marT="76200" marB="76200">
                    <a:lnB w="12700" cap="flat" cmpd="sng" algn="ctr">
                      <a:solidFill>
                        <a:srgbClr val="141413"/>
                      </a:solidFill>
                      <a:prstDash val="solid"/>
                    </a:lnB>
                    <a:lnT w="15875" cap="flat" cmpd="sng" algn="ctr">
                      <a:solidFill>
                        <a:srgbClr val="141413"/>
                      </a:solidFill>
                      <a:prstDash val="solid"/>
                    </a:lnT>
                    <a:lnR>
                      <a:noFill/>
                    </a:lnR>
                    <a:lnL>
                      <a:noFill/>
                    </a:lnL>
                    <a:noFill/>
                  </a:tcPr>
                </a:tc>
              </a:tr>
              <a:tr h="596900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5A5852"/>
                          </a:solidFill>
                          <a:latin typeface="Avenir Next"/>
                          <a:ea typeface="Hiragino Sans"/>
                          <a:cs typeface="Hiragino Sans"/>
                        </a:rPr>
                        <a:t>建物全壊を入れない</a:t>
                      </a:r>
                    </a:p>
                  </a:txBody>
                  <a:tcPr anchor="ctr" marL="127000" marR="127000" marT="76200" marB="76200">
                    <a:lnB w="6350" cap="flat" cmpd="sng" algn="ctr">
                      <a:solidFill>
                        <a:srgbClr val="E8E6DC"/>
                      </a:solidFill>
                      <a:prstDash val="solid"/>
                    </a:lnB>
                    <a:lnT>
                      <a:noFill/>
                    </a:lnT>
                    <a:lnR>
                      <a:noFill/>
                    </a:lnR>
                    <a:lnL>
                      <a:noFill/>
                    </a:lnL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141413"/>
                          </a:solidFill>
                          <a:latin typeface="Avenir Next"/>
                          <a:ea typeface="Hiragino Sans"/>
                          <a:cs typeface="Hiragino Sans"/>
                        </a:rPr>
                        <a:t>0 本</a:t>
                      </a:r>
                    </a:p>
                  </a:txBody>
                  <a:tcPr anchor="ctr" marL="127000" marR="127000" marT="76200" marB="76200">
                    <a:lnB w="6350" cap="flat" cmpd="sng" algn="ctr">
                      <a:solidFill>
                        <a:srgbClr val="E8E6DC"/>
                      </a:solidFill>
                      <a:prstDash val="solid"/>
                    </a:lnB>
                    <a:lnT>
                      <a:noFill/>
                    </a:lnT>
                    <a:lnR>
                      <a:noFill/>
                    </a:lnR>
                    <a:lnL>
                      <a:noFill/>
                    </a:lnL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141413"/>
                          </a:solidFill>
                          <a:latin typeface="Avenir Next"/>
                          <a:ea typeface="Hiragino Sans"/>
                          <a:cs typeface="Hiragino Sans"/>
                        </a:rPr>
                        <a:t>88 万軒</a:t>
                      </a:r>
                    </a:p>
                  </a:txBody>
                  <a:tcPr anchor="ctr" marL="127000" marR="127000" marT="76200" marB="76200">
                    <a:lnB w="6350" cap="flat" cmpd="sng" algn="ctr">
                      <a:solidFill>
                        <a:srgbClr val="E8E6DC"/>
                      </a:solidFill>
                      <a:prstDash val="solid"/>
                    </a:lnB>
                    <a:lnT>
                      <a:noFill/>
                    </a:lnT>
                    <a:lnR>
                      <a:noFill/>
                    </a:lnR>
                    <a:lnL>
                      <a:noFill/>
                    </a:lnL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141413"/>
                          </a:solidFill>
                          <a:latin typeface="Avenir Next"/>
                          <a:ea typeface="Hiragino Sans"/>
                          <a:cs typeface="Hiragino Sans"/>
                        </a:rPr>
                        <a:t>86 万軒</a:t>
                      </a:r>
                    </a:p>
                  </a:txBody>
                  <a:tcPr anchor="ctr" marL="127000" marR="127000" marT="76200" marB="76200">
                    <a:lnB w="6350" cap="flat" cmpd="sng" algn="ctr">
                      <a:solidFill>
                        <a:srgbClr val="E8E6DC"/>
                      </a:solidFill>
                      <a:prstDash val="solid"/>
                    </a:lnB>
                    <a:lnT>
                      <a:noFill/>
                    </a:lnT>
                    <a:lnR>
                      <a:noFill/>
                    </a:lnR>
                    <a:lnL>
                      <a:noFill/>
                    </a:lnL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141413"/>
                          </a:solidFill>
                          <a:latin typeface="Avenir Next"/>
                          <a:ea typeface="Hiragino Sans"/>
                          <a:cs typeface="Hiragino Sans"/>
                        </a:rPr>
                        <a:t>2 万軒</a:t>
                      </a:r>
                    </a:p>
                  </a:txBody>
                  <a:tcPr anchor="ctr" marL="127000" marR="127000" marT="76200" marB="76200">
                    <a:lnB w="6350" cap="flat" cmpd="sng" algn="ctr">
                      <a:solidFill>
                        <a:srgbClr val="E8E6DC"/>
                      </a:solidFill>
                      <a:prstDash val="solid"/>
                    </a:lnB>
                    <a:lnT>
                      <a:noFill/>
                    </a:lnT>
                    <a:lnR>
                      <a:noFill/>
                    </a:lnR>
                    <a:lnL>
                      <a:noFill/>
                    </a:lnL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141413"/>
                          </a:solidFill>
                          <a:latin typeface="Avenir Next"/>
                          <a:ea typeface="Hiragino Sans"/>
                          <a:cs typeface="Hiragino Sans"/>
                        </a:rPr>
                        <a:t>2,085 人</a:t>
                      </a:r>
                    </a:p>
                  </a:txBody>
                  <a:tcPr anchor="ctr" marL="127000" marR="127000" marT="76200" marB="76200">
                    <a:lnB w="6350" cap="flat" cmpd="sng" algn="ctr">
                      <a:solidFill>
                        <a:srgbClr val="E8E6DC"/>
                      </a:solidFill>
                      <a:prstDash val="solid"/>
                    </a:lnB>
                    <a:lnT>
                      <a:noFill/>
                    </a:lnT>
                    <a:lnR>
                      <a:noFill/>
                    </a:lnR>
                    <a:lnL>
                      <a:noFill/>
                    </a:lnL>
                    <a:noFill/>
                  </a:tcPr>
                </a:tc>
              </a:tr>
              <a:tr h="596900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5A5852"/>
                          </a:solidFill>
                          <a:latin typeface="Avenir Next"/>
                          <a:ea typeface="Hiragino Sans"/>
                          <a:cs typeface="Hiragino Sans"/>
                        </a:rPr>
                        <a:t>既定(曲線の幅 σ = 0.4)</a:t>
                      </a:r>
                    </a:p>
                  </a:txBody>
                  <a:tcPr anchor="ctr" marL="127000" marR="127000" marT="76200" marB="76200">
                    <a:lnB w="6350" cap="flat" cmpd="sng" algn="ctr">
                      <a:solidFill>
                        <a:srgbClr val="E8E6DC"/>
                      </a:solidFill>
                      <a:prstDash val="solid"/>
                    </a:lnB>
                    <a:lnT>
                      <a:noFill/>
                    </a:lnT>
                    <a:lnR>
                      <a:noFill/>
                    </a:lnR>
                    <a:lnL>
                      <a:noFill/>
                    </a:lnL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141413"/>
                          </a:solidFill>
                          <a:latin typeface="Avenir Next"/>
                          <a:ea typeface="Hiragino Sans"/>
                          <a:cs typeface="Hiragino Sans"/>
                        </a:rPr>
                        <a:t>60,785 本</a:t>
                      </a:r>
                    </a:p>
                  </a:txBody>
                  <a:tcPr anchor="ctr" marL="127000" marR="127000" marT="76200" marB="76200">
                    <a:lnB w="6350" cap="flat" cmpd="sng" algn="ctr">
                      <a:solidFill>
                        <a:srgbClr val="E8E6DC"/>
                      </a:solidFill>
                      <a:prstDash val="solid"/>
                    </a:lnB>
                    <a:lnT>
                      <a:noFill/>
                    </a:lnT>
                    <a:lnR>
                      <a:noFill/>
                    </a:lnR>
                    <a:lnL>
                      <a:noFill/>
                    </a:lnL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141413"/>
                          </a:solidFill>
                          <a:latin typeface="Avenir Next"/>
                          <a:ea typeface="Hiragino Sans"/>
                          <a:cs typeface="Hiragino Sans"/>
                        </a:rPr>
                        <a:t>153 万軒</a:t>
                      </a:r>
                    </a:p>
                  </a:txBody>
                  <a:tcPr anchor="ctr" marL="127000" marR="127000" marT="76200" marB="76200">
                    <a:lnB w="6350" cap="flat" cmpd="sng" algn="ctr">
                      <a:solidFill>
                        <a:srgbClr val="E8E6DC"/>
                      </a:solidFill>
                      <a:prstDash val="solid"/>
                    </a:lnB>
                    <a:lnT>
                      <a:noFill/>
                    </a:lnT>
                    <a:lnR>
                      <a:noFill/>
                    </a:lnR>
                    <a:lnL>
                      <a:noFill/>
                    </a:lnL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141413"/>
                          </a:solidFill>
                          <a:latin typeface="Avenir Next"/>
                          <a:ea typeface="Hiragino Sans"/>
                          <a:cs typeface="Hiragino Sans"/>
                        </a:rPr>
                        <a:t>91 万軒</a:t>
                      </a:r>
                    </a:p>
                  </a:txBody>
                  <a:tcPr anchor="ctr" marL="127000" marR="127000" marT="76200" marB="76200">
                    <a:lnB w="6350" cap="flat" cmpd="sng" algn="ctr">
                      <a:solidFill>
                        <a:srgbClr val="E8E6DC"/>
                      </a:solidFill>
                      <a:prstDash val="solid"/>
                    </a:lnB>
                    <a:lnT>
                      <a:noFill/>
                    </a:lnT>
                    <a:lnR>
                      <a:noFill/>
                    </a:lnR>
                    <a:lnL>
                      <a:noFill/>
                    </a:lnL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141413"/>
                          </a:solidFill>
                          <a:latin typeface="Avenir Next"/>
                          <a:ea typeface="Hiragino Sans"/>
                          <a:cs typeface="Hiragino Sans"/>
                        </a:rPr>
                        <a:t>2 万軒</a:t>
                      </a:r>
                    </a:p>
                  </a:txBody>
                  <a:tcPr anchor="ctr" marL="127000" marR="127000" marT="76200" marB="76200">
                    <a:lnB w="6350" cap="flat" cmpd="sng" algn="ctr">
                      <a:solidFill>
                        <a:srgbClr val="E8E6DC"/>
                      </a:solidFill>
                      <a:prstDash val="solid"/>
                    </a:lnB>
                    <a:lnT>
                      <a:noFill/>
                    </a:lnT>
                    <a:lnR>
                      <a:noFill/>
                    </a:lnR>
                    <a:lnL>
                      <a:noFill/>
                    </a:lnL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141413"/>
                          </a:solidFill>
                          <a:latin typeface="Avenir Next"/>
                          <a:ea typeface="Hiragino Sans"/>
                          <a:cs typeface="Hiragino Sans"/>
                        </a:rPr>
                        <a:t>1,656 人</a:t>
                      </a:r>
                    </a:p>
                  </a:txBody>
                  <a:tcPr anchor="ctr" marL="127000" marR="127000" marT="76200" marB="76200">
                    <a:lnB w="6350" cap="flat" cmpd="sng" algn="ctr">
                      <a:solidFill>
                        <a:srgbClr val="E8E6DC"/>
                      </a:solidFill>
                      <a:prstDash val="solid"/>
                    </a:lnB>
                    <a:lnT>
                      <a:noFill/>
                    </a:lnT>
                    <a:lnR>
                      <a:noFill/>
                    </a:lnR>
                    <a:lnL>
                      <a:noFill/>
                    </a:lnL>
                    <a:noFill/>
                  </a:tcPr>
                </a:tc>
              </a:tr>
              <a:tr h="596900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5A5852"/>
                          </a:solidFill>
                          <a:latin typeface="Avenir Next"/>
                          <a:ea typeface="Hiragino Sans"/>
                          <a:cs typeface="Hiragino Sans"/>
                        </a:rPr>
                        <a:t>σ = 0.3</a:t>
                      </a:r>
                    </a:p>
                  </a:txBody>
                  <a:tcPr anchor="ctr" marL="127000" marR="127000" marT="76200" marB="76200">
                    <a:lnB w="6350" cap="flat" cmpd="sng" algn="ctr">
                      <a:solidFill>
                        <a:srgbClr val="E8E6DC"/>
                      </a:solidFill>
                      <a:prstDash val="solid"/>
                    </a:lnB>
                    <a:lnT>
                      <a:noFill/>
                    </a:lnT>
                    <a:lnR>
                      <a:noFill/>
                    </a:lnR>
                    <a:lnL>
                      <a:noFill/>
                    </a:lnL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141413"/>
                          </a:solidFill>
                          <a:latin typeface="Avenir Next"/>
                          <a:ea typeface="Hiragino Sans"/>
                          <a:cs typeface="Hiragino Sans"/>
                        </a:rPr>
                        <a:t>42,928 本</a:t>
                      </a:r>
                    </a:p>
                  </a:txBody>
                  <a:tcPr anchor="ctr" marL="127000" marR="127000" marT="76200" marB="76200">
                    <a:lnB w="6350" cap="flat" cmpd="sng" algn="ctr">
                      <a:solidFill>
                        <a:srgbClr val="E8E6DC"/>
                      </a:solidFill>
                      <a:prstDash val="solid"/>
                    </a:lnB>
                    <a:lnT>
                      <a:noFill/>
                    </a:lnT>
                    <a:lnR>
                      <a:noFill/>
                    </a:lnR>
                    <a:lnL>
                      <a:noFill/>
                    </a:lnL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141413"/>
                          </a:solidFill>
                          <a:latin typeface="Avenir Next"/>
                          <a:ea typeface="Hiragino Sans"/>
                          <a:cs typeface="Hiragino Sans"/>
                        </a:rPr>
                        <a:t>134 万軒</a:t>
                      </a:r>
                    </a:p>
                  </a:txBody>
                  <a:tcPr anchor="ctr" marL="127000" marR="127000" marT="76200" marB="76200">
                    <a:lnB w="6350" cap="flat" cmpd="sng" algn="ctr">
                      <a:solidFill>
                        <a:srgbClr val="E8E6DC"/>
                      </a:solidFill>
                      <a:prstDash val="solid"/>
                    </a:lnB>
                    <a:lnT>
                      <a:noFill/>
                    </a:lnT>
                    <a:lnR>
                      <a:noFill/>
                    </a:lnR>
                    <a:lnL>
                      <a:noFill/>
                    </a:lnL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141413"/>
                          </a:solidFill>
                          <a:latin typeface="Avenir Next"/>
                          <a:ea typeface="Hiragino Sans"/>
                          <a:cs typeface="Hiragino Sans"/>
                        </a:rPr>
                        <a:t>89 万軒</a:t>
                      </a:r>
                    </a:p>
                  </a:txBody>
                  <a:tcPr anchor="ctr" marL="127000" marR="127000" marT="76200" marB="76200">
                    <a:lnB w="6350" cap="flat" cmpd="sng" algn="ctr">
                      <a:solidFill>
                        <a:srgbClr val="E8E6DC"/>
                      </a:solidFill>
                      <a:prstDash val="solid"/>
                    </a:lnB>
                    <a:lnT>
                      <a:noFill/>
                    </a:lnT>
                    <a:lnR>
                      <a:noFill/>
                    </a:lnR>
                    <a:lnL>
                      <a:noFill/>
                    </a:lnL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141413"/>
                          </a:solidFill>
                          <a:latin typeface="Avenir Next"/>
                          <a:ea typeface="Hiragino Sans"/>
                          <a:cs typeface="Hiragino Sans"/>
                        </a:rPr>
                        <a:t>2 万軒</a:t>
                      </a:r>
                    </a:p>
                  </a:txBody>
                  <a:tcPr anchor="ctr" marL="127000" marR="127000" marT="76200" marB="76200">
                    <a:lnB w="6350" cap="flat" cmpd="sng" algn="ctr">
                      <a:solidFill>
                        <a:srgbClr val="E8E6DC"/>
                      </a:solidFill>
                      <a:prstDash val="solid"/>
                    </a:lnB>
                    <a:lnT>
                      <a:noFill/>
                    </a:lnT>
                    <a:lnR>
                      <a:noFill/>
                    </a:lnR>
                    <a:lnL>
                      <a:noFill/>
                    </a:lnL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141413"/>
                          </a:solidFill>
                          <a:latin typeface="Avenir Next"/>
                          <a:ea typeface="Hiragino Sans"/>
                          <a:cs typeface="Hiragino Sans"/>
                        </a:rPr>
                        <a:t>1,821 人</a:t>
                      </a:r>
                    </a:p>
                  </a:txBody>
                  <a:tcPr anchor="ctr" marL="127000" marR="127000" marT="76200" marB="76200">
                    <a:lnB w="6350" cap="flat" cmpd="sng" algn="ctr">
                      <a:solidFill>
                        <a:srgbClr val="E8E6DC"/>
                      </a:solidFill>
                      <a:prstDash val="solid"/>
                    </a:lnB>
                    <a:lnT>
                      <a:noFill/>
                    </a:lnT>
                    <a:lnR>
                      <a:noFill/>
                    </a:lnR>
                    <a:lnL>
                      <a:noFill/>
                    </a:lnL>
                    <a:noFill/>
                  </a:tcPr>
                </a:tc>
              </a:tr>
              <a:tr h="596900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5A5852"/>
                          </a:solidFill>
                          <a:latin typeface="Avenir Next"/>
                          <a:ea typeface="Hiragino Sans"/>
                          <a:cs typeface="Hiragino Sans"/>
                        </a:rPr>
                        <a:t>σ = 0.6</a:t>
                      </a:r>
                    </a:p>
                  </a:txBody>
                  <a:tcPr anchor="ctr" marL="127000" marR="127000" marT="76200" marB="76200">
                    <a:lnB w="6350" cap="flat" cmpd="sng" algn="ctr">
                      <a:solidFill>
                        <a:srgbClr val="E8E6DC"/>
                      </a:solidFill>
                      <a:prstDash val="solid"/>
                    </a:lnB>
                    <a:lnT>
                      <a:noFill/>
                    </a:lnT>
                    <a:lnR>
                      <a:noFill/>
                    </a:lnR>
                    <a:lnL>
                      <a:noFill/>
                    </a:lnL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141413"/>
                          </a:solidFill>
                          <a:latin typeface="Avenir Next"/>
                          <a:ea typeface="Hiragino Sans"/>
                          <a:cs typeface="Hiragino Sans"/>
                        </a:rPr>
                        <a:t>105,696 本</a:t>
                      </a:r>
                    </a:p>
                  </a:txBody>
                  <a:tcPr anchor="ctr" marL="127000" marR="127000" marT="76200" marB="76200">
                    <a:lnB w="6350" cap="flat" cmpd="sng" algn="ctr">
                      <a:solidFill>
                        <a:srgbClr val="E8E6DC"/>
                      </a:solidFill>
                      <a:prstDash val="solid"/>
                    </a:lnB>
                    <a:lnT>
                      <a:noFill/>
                    </a:lnT>
                    <a:lnR>
                      <a:noFill/>
                    </a:lnR>
                    <a:lnL>
                      <a:noFill/>
                    </a:lnL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141413"/>
                          </a:solidFill>
                          <a:latin typeface="Avenir Next"/>
                          <a:ea typeface="Hiragino Sans"/>
                          <a:cs typeface="Hiragino Sans"/>
                        </a:rPr>
                        <a:t>200 万軒</a:t>
                      </a:r>
                    </a:p>
                  </a:txBody>
                  <a:tcPr anchor="ctr" marL="127000" marR="127000" marT="76200" marB="76200">
                    <a:lnB w="6350" cap="flat" cmpd="sng" algn="ctr">
                      <a:solidFill>
                        <a:srgbClr val="E8E6DC"/>
                      </a:solidFill>
                      <a:prstDash val="solid"/>
                    </a:lnB>
                    <a:lnT>
                      <a:noFill/>
                    </a:lnT>
                    <a:lnR>
                      <a:noFill/>
                    </a:lnR>
                    <a:lnL>
                      <a:noFill/>
                    </a:lnL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141413"/>
                          </a:solidFill>
                          <a:latin typeface="Avenir Next"/>
                          <a:ea typeface="Hiragino Sans"/>
                          <a:cs typeface="Hiragino Sans"/>
                        </a:rPr>
                        <a:t>101 万軒</a:t>
                      </a:r>
                    </a:p>
                  </a:txBody>
                  <a:tcPr anchor="ctr" marL="127000" marR="127000" marT="76200" marB="76200">
                    <a:lnB w="6350" cap="flat" cmpd="sng" algn="ctr">
                      <a:solidFill>
                        <a:srgbClr val="E8E6DC"/>
                      </a:solidFill>
                      <a:prstDash val="solid"/>
                    </a:lnB>
                    <a:lnT>
                      <a:noFill/>
                    </a:lnT>
                    <a:lnR>
                      <a:noFill/>
                    </a:lnR>
                    <a:lnL>
                      <a:noFill/>
                    </a:lnL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141413"/>
                          </a:solidFill>
                          <a:latin typeface="Avenir Next"/>
                          <a:ea typeface="Hiragino Sans"/>
                          <a:cs typeface="Hiragino Sans"/>
                        </a:rPr>
                        <a:t>5 万軒</a:t>
                      </a:r>
                    </a:p>
                  </a:txBody>
                  <a:tcPr anchor="ctr" marL="127000" marR="127000" marT="76200" marB="76200">
                    <a:lnB w="6350" cap="flat" cmpd="sng" algn="ctr">
                      <a:solidFill>
                        <a:srgbClr val="E8E6DC"/>
                      </a:solidFill>
                      <a:prstDash val="solid"/>
                    </a:lnB>
                    <a:lnT>
                      <a:noFill/>
                    </a:lnT>
                    <a:lnR>
                      <a:noFill/>
                    </a:lnR>
                    <a:lnL>
                      <a:noFill/>
                    </a:lnL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141413"/>
                          </a:solidFill>
                          <a:latin typeface="Avenir Next"/>
                          <a:ea typeface="Hiragino Sans"/>
                          <a:cs typeface="Hiragino Sans"/>
                        </a:rPr>
                        <a:t>950 人</a:t>
                      </a:r>
                    </a:p>
                  </a:txBody>
                  <a:tcPr anchor="ctr" marL="127000" marR="127000" marT="76200" marB="76200">
                    <a:lnB w="6350" cap="flat" cmpd="sng" algn="ctr">
                      <a:solidFill>
                        <a:srgbClr val="E8E6DC"/>
                      </a:solidFill>
                      <a:prstDash val="solid"/>
                    </a:lnB>
                    <a:lnT>
                      <a:noFill/>
                    </a:lnT>
                    <a:lnR>
                      <a:noFill/>
                    </a:lnR>
                    <a:lnL>
                      <a:noFill/>
                    </a:lnL>
                    <a:noFill/>
                  </a:tcPr>
                </a:tc>
              </a:tr>
              <a:tr h="596900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5A5852"/>
                          </a:solidFill>
                          <a:latin typeface="Avenir Next"/>
                          <a:ea typeface="Hiragino Sans"/>
                          <a:cs typeface="Hiragino Sans"/>
                        </a:rPr>
                        <a:t>全建物に対する全壊率と読む</a:t>
                      </a:r>
                    </a:p>
                  </a:txBody>
                  <a:tcPr anchor="ctr" marL="127000" marR="127000" marT="76200" marB="76200">
                    <a:lnB w="6350" cap="flat" cmpd="sng" algn="ctr">
                      <a:solidFill>
                        <a:srgbClr val="E8E6DC"/>
                      </a:solidFill>
                      <a:prstDash val="solid"/>
                    </a:lnB>
                    <a:lnT>
                      <a:noFill/>
                    </a:lnT>
                    <a:lnR>
                      <a:noFill/>
                    </a:lnR>
                    <a:lnL>
                      <a:noFill/>
                    </a:lnL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141413"/>
                          </a:solidFill>
                          <a:latin typeface="Avenir Next"/>
                          <a:ea typeface="Hiragino Sans"/>
                          <a:cs typeface="Hiragino Sans"/>
                        </a:rPr>
                        <a:t>37,202 本</a:t>
                      </a:r>
                    </a:p>
                  </a:txBody>
                  <a:tcPr anchor="ctr" marL="127000" marR="127000" marT="76200" marB="76200">
                    <a:lnB w="6350" cap="flat" cmpd="sng" algn="ctr">
                      <a:solidFill>
                        <a:srgbClr val="E8E6DC"/>
                      </a:solidFill>
                      <a:prstDash val="solid"/>
                    </a:lnB>
                    <a:lnT>
                      <a:noFill/>
                    </a:lnT>
                    <a:lnR>
                      <a:noFill/>
                    </a:lnR>
                    <a:lnL>
                      <a:noFill/>
                    </a:lnL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141413"/>
                          </a:solidFill>
                          <a:latin typeface="Avenir Next"/>
                          <a:ea typeface="Hiragino Sans"/>
                          <a:cs typeface="Hiragino Sans"/>
                        </a:rPr>
                        <a:t>128 万軒</a:t>
                      </a:r>
                    </a:p>
                  </a:txBody>
                  <a:tcPr anchor="ctr" marL="127000" marR="127000" marT="76200" marB="76200">
                    <a:lnB w="6350" cap="flat" cmpd="sng" algn="ctr">
                      <a:solidFill>
                        <a:srgbClr val="E8E6DC"/>
                      </a:solidFill>
                      <a:prstDash val="solid"/>
                    </a:lnB>
                    <a:lnT>
                      <a:noFill/>
                    </a:lnT>
                    <a:lnR>
                      <a:noFill/>
                    </a:lnR>
                    <a:lnL>
                      <a:noFill/>
                    </a:lnL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141413"/>
                          </a:solidFill>
                          <a:latin typeface="Avenir Next"/>
                          <a:ea typeface="Hiragino Sans"/>
                          <a:cs typeface="Hiragino Sans"/>
                        </a:rPr>
                        <a:t>87 万軒</a:t>
                      </a:r>
                    </a:p>
                  </a:txBody>
                  <a:tcPr anchor="ctr" marL="127000" marR="127000" marT="76200" marB="76200">
                    <a:lnB w="6350" cap="flat" cmpd="sng" algn="ctr">
                      <a:solidFill>
                        <a:srgbClr val="E8E6DC"/>
                      </a:solidFill>
                      <a:prstDash val="solid"/>
                    </a:lnB>
                    <a:lnT>
                      <a:noFill/>
                    </a:lnT>
                    <a:lnR>
                      <a:noFill/>
                    </a:lnR>
                    <a:lnL>
                      <a:noFill/>
                    </a:lnL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141413"/>
                          </a:solidFill>
                          <a:latin typeface="Avenir Next"/>
                          <a:ea typeface="Hiragino Sans"/>
                          <a:cs typeface="Hiragino Sans"/>
                        </a:rPr>
                        <a:t>1 万軒</a:t>
                      </a:r>
                    </a:p>
                  </a:txBody>
                  <a:tcPr anchor="ctr" marL="127000" marR="127000" marT="76200" marB="76200">
                    <a:lnB w="6350" cap="flat" cmpd="sng" algn="ctr">
                      <a:solidFill>
                        <a:srgbClr val="E8E6DC"/>
                      </a:solidFill>
                      <a:prstDash val="solid"/>
                    </a:lnB>
                    <a:lnT>
                      <a:noFill/>
                    </a:lnT>
                    <a:lnR>
                      <a:noFill/>
                    </a:lnR>
                    <a:lnL>
                      <a:noFill/>
                    </a:lnL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141413"/>
                          </a:solidFill>
                          <a:latin typeface="Avenir Next"/>
                          <a:ea typeface="Hiragino Sans"/>
                          <a:cs typeface="Hiragino Sans"/>
                        </a:rPr>
                        <a:t>1,824 人</a:t>
                      </a:r>
                    </a:p>
                  </a:txBody>
                  <a:tcPr anchor="ctr" marL="127000" marR="127000" marT="76200" marB="76200">
                    <a:lnB w="6350" cap="flat" cmpd="sng" algn="ctr">
                      <a:solidFill>
                        <a:srgbClr val="E8E6DC"/>
                      </a:solidFill>
                      <a:prstDash val="solid"/>
                    </a:lnB>
                    <a:lnT>
                      <a:noFill/>
                    </a:lnT>
                    <a:lnR>
                      <a:noFill/>
                    </a:lnR>
                    <a:lnL>
                      <a:noFill/>
                    </a:lnL>
                    <a:noFill/>
                  </a:tcPr>
                </a:tc>
              </a:tr>
              <a:tr h="374650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5A5852"/>
                          </a:solidFill>
                          <a:latin typeface="Avenir Next"/>
                          <a:ea typeface="Hiragino Sans"/>
                          <a:cs typeface="Hiragino Sans"/>
                        </a:rPr>
                        <a:t>既定・応援なし</a:t>
                      </a:r>
                    </a:p>
                  </a:txBody>
                  <a:tcPr anchor="ctr" marL="127000" marR="127000" marT="76200" marB="76200">
                    <a:lnB w="6350" cap="flat" cmpd="sng" algn="ctr">
                      <a:solidFill>
                        <a:srgbClr val="E8E6DC"/>
                      </a:solidFill>
                      <a:prstDash val="solid"/>
                    </a:lnB>
                    <a:lnT>
                      <a:noFill/>
                    </a:lnT>
                    <a:lnR>
                      <a:noFill/>
                    </a:lnR>
                    <a:lnL>
                      <a:noFill/>
                    </a:lnL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141413"/>
                          </a:solidFill>
                          <a:latin typeface="Avenir Next"/>
                          <a:ea typeface="Hiragino Sans"/>
                          <a:cs typeface="Hiragino Sans"/>
                        </a:rPr>
                        <a:t>60,785 本</a:t>
                      </a:r>
                    </a:p>
                  </a:txBody>
                  <a:tcPr anchor="ctr" marL="127000" marR="127000" marT="76200" marB="76200">
                    <a:lnB w="6350" cap="flat" cmpd="sng" algn="ctr">
                      <a:solidFill>
                        <a:srgbClr val="E8E6DC"/>
                      </a:solidFill>
                      <a:prstDash val="solid"/>
                    </a:lnB>
                    <a:lnT>
                      <a:noFill/>
                    </a:lnT>
                    <a:lnR>
                      <a:noFill/>
                    </a:lnR>
                    <a:lnL>
                      <a:noFill/>
                    </a:lnL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141413"/>
                          </a:solidFill>
                          <a:latin typeface="Avenir Next"/>
                          <a:ea typeface="Hiragino Sans"/>
                          <a:cs typeface="Hiragino Sans"/>
                        </a:rPr>
                        <a:t>153 万軒</a:t>
                      </a:r>
                    </a:p>
                  </a:txBody>
                  <a:tcPr anchor="ctr" marL="127000" marR="127000" marT="76200" marB="76200">
                    <a:lnB w="6350" cap="flat" cmpd="sng" algn="ctr">
                      <a:solidFill>
                        <a:srgbClr val="E8E6DC"/>
                      </a:solidFill>
                      <a:prstDash val="solid"/>
                    </a:lnB>
                    <a:lnT>
                      <a:noFill/>
                    </a:lnT>
                    <a:lnR>
                      <a:noFill/>
                    </a:lnR>
                    <a:lnL>
                      <a:noFill/>
                    </a:lnL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141413"/>
                          </a:solidFill>
                          <a:latin typeface="Avenir Next"/>
                          <a:ea typeface="Hiragino Sans"/>
                          <a:cs typeface="Hiragino Sans"/>
                        </a:rPr>
                        <a:t>93 万軒</a:t>
                      </a:r>
                    </a:p>
                  </a:txBody>
                  <a:tcPr anchor="ctr" marL="127000" marR="127000" marT="76200" marB="76200">
                    <a:lnB w="6350" cap="flat" cmpd="sng" algn="ctr">
                      <a:solidFill>
                        <a:srgbClr val="E8E6DC"/>
                      </a:solidFill>
                      <a:prstDash val="solid"/>
                    </a:lnB>
                    <a:lnT>
                      <a:noFill/>
                    </a:lnT>
                    <a:lnR>
                      <a:noFill/>
                    </a:lnR>
                    <a:lnL>
                      <a:noFill/>
                    </a:lnL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141413"/>
                          </a:solidFill>
                          <a:latin typeface="Avenir Next"/>
                          <a:ea typeface="Hiragino Sans"/>
                          <a:cs typeface="Hiragino Sans"/>
                        </a:rPr>
                        <a:t>8 万軒</a:t>
                      </a:r>
                    </a:p>
                  </a:txBody>
                  <a:tcPr anchor="ctr" marL="127000" marR="127000" marT="76200" marB="76200">
                    <a:lnB w="6350" cap="flat" cmpd="sng" algn="ctr">
                      <a:solidFill>
                        <a:srgbClr val="E8E6DC"/>
                      </a:solidFill>
                      <a:prstDash val="solid"/>
                    </a:lnB>
                    <a:lnT>
                      <a:noFill/>
                    </a:lnT>
                    <a:lnR>
                      <a:noFill/>
                    </a:lnR>
                    <a:lnL>
                      <a:noFill/>
                    </a:lnL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141413"/>
                          </a:solidFill>
                          <a:latin typeface="Avenir Next"/>
                          <a:ea typeface="Hiragino Sans"/>
                          <a:cs typeface="Hiragino Sans"/>
                        </a:rPr>
                        <a:t>0 人</a:t>
                      </a:r>
                    </a:p>
                  </a:txBody>
                  <a:tcPr anchor="ctr" marL="127000" marR="127000" marT="76200" marB="76200">
                    <a:lnB w="6350" cap="flat" cmpd="sng" algn="ctr">
                      <a:solidFill>
                        <a:srgbClr val="E8E6DC"/>
                      </a:solidFill>
                      <a:prstDash val="solid"/>
                    </a:lnB>
                    <a:lnT>
                      <a:noFill/>
                    </a:lnT>
                    <a:lnR>
                      <a:noFill/>
                    </a:lnR>
                    <a:lnL>
                      <a:noFill/>
                    </a:lnL>
                    <a:noFill/>
                  </a:tcPr>
                </a:tc>
              </a:tr>
              <a:tr h="596900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5A5852"/>
                          </a:solidFill>
                          <a:latin typeface="Avenir Next"/>
                          <a:ea typeface="Hiragino Sans"/>
                          <a:cs typeface="Hiragino Sans"/>
                        </a:rPr>
                        <a:t>既定・社内の融通なし</a:t>
                      </a:r>
                    </a:p>
                  </a:txBody>
                  <a:tcPr anchor="ctr" marL="127000" marR="127000" marT="76200" marB="76200">
                    <a:lnB w="15875" cap="flat" cmpd="sng" algn="ctr">
                      <a:solidFill>
                        <a:srgbClr val="141413"/>
                      </a:solidFill>
                      <a:prstDash val="solid"/>
                    </a:lnB>
                    <a:lnT>
                      <a:noFill/>
                    </a:lnT>
                    <a:lnR>
                      <a:noFill/>
                    </a:lnR>
                    <a:lnL>
                      <a:noFill/>
                    </a:lnL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141413"/>
                          </a:solidFill>
                          <a:latin typeface="Avenir Next"/>
                          <a:ea typeface="Hiragino Sans"/>
                          <a:cs typeface="Hiragino Sans"/>
                        </a:rPr>
                        <a:t>60,785 本</a:t>
                      </a:r>
                    </a:p>
                  </a:txBody>
                  <a:tcPr anchor="ctr" marL="127000" marR="127000" marT="76200" marB="76200">
                    <a:lnB w="15875" cap="flat" cmpd="sng" algn="ctr">
                      <a:solidFill>
                        <a:srgbClr val="141413"/>
                      </a:solidFill>
                      <a:prstDash val="solid"/>
                    </a:lnB>
                    <a:lnT>
                      <a:noFill/>
                    </a:lnT>
                    <a:lnR>
                      <a:noFill/>
                    </a:lnR>
                    <a:lnL>
                      <a:noFill/>
                    </a:lnL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141413"/>
                          </a:solidFill>
                          <a:latin typeface="Avenir Next"/>
                          <a:ea typeface="Hiragino Sans"/>
                          <a:cs typeface="Hiragino Sans"/>
                        </a:rPr>
                        <a:t>153 万軒</a:t>
                      </a:r>
                    </a:p>
                  </a:txBody>
                  <a:tcPr anchor="ctr" marL="127000" marR="127000" marT="76200" marB="76200">
                    <a:lnB w="15875" cap="flat" cmpd="sng" algn="ctr">
                      <a:solidFill>
                        <a:srgbClr val="141413"/>
                      </a:solidFill>
                      <a:prstDash val="solid"/>
                    </a:lnB>
                    <a:lnT>
                      <a:noFill/>
                    </a:lnT>
                    <a:lnR>
                      <a:noFill/>
                    </a:lnR>
                    <a:lnL>
                      <a:noFill/>
                    </a:lnL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141413"/>
                          </a:solidFill>
                          <a:latin typeface="Avenir Next"/>
                          <a:ea typeface="Hiragino Sans"/>
                          <a:cs typeface="Hiragino Sans"/>
                        </a:rPr>
                        <a:t>94 万軒</a:t>
                      </a:r>
                    </a:p>
                  </a:txBody>
                  <a:tcPr anchor="ctr" marL="127000" marR="127000" marT="76200" marB="76200">
                    <a:lnB w="15875" cap="flat" cmpd="sng" algn="ctr">
                      <a:solidFill>
                        <a:srgbClr val="141413"/>
                      </a:solidFill>
                      <a:prstDash val="solid"/>
                    </a:lnB>
                    <a:lnT>
                      <a:noFill/>
                    </a:lnT>
                    <a:lnR>
                      <a:noFill/>
                    </a:lnR>
                    <a:lnL>
                      <a:noFill/>
                    </a:lnL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141413"/>
                          </a:solidFill>
                          <a:highlight>
                            <a:srgbClr val="F4D8CF"/>
                          </a:highlight>
                          <a:latin typeface="Avenir Next"/>
                          <a:ea typeface="Hiragino Sans"/>
                          <a:cs typeface="Hiragino Sans"/>
                        </a:rPr>
                        <a:t>32 万軒</a:t>
                      </a:r>
                    </a:p>
                  </a:txBody>
                  <a:tcPr anchor="ctr" marL="127000" marR="127000" marT="76200" marB="76200">
                    <a:lnB w="15875" cap="flat" cmpd="sng" algn="ctr">
                      <a:solidFill>
                        <a:srgbClr val="141413"/>
                      </a:solidFill>
                      <a:prstDash val="solid"/>
                    </a:lnB>
                    <a:lnT>
                      <a:noFill/>
                    </a:lnT>
                    <a:lnR>
                      <a:noFill/>
                    </a:lnR>
                    <a:lnL>
                      <a:noFill/>
                    </a:lnL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141413"/>
                          </a:solidFill>
                          <a:latin typeface="Avenir Next"/>
                          <a:ea typeface="Hiragino Sans"/>
                          <a:cs typeface="Hiragino Sans"/>
                        </a:rPr>
                        <a:t>1,656 人</a:t>
                      </a:r>
                    </a:p>
                  </a:txBody>
                  <a:tcPr anchor="ctr" marL="127000" marR="127000" marT="76200" marB="76200">
                    <a:lnB w="15875" cap="flat" cmpd="sng" algn="ctr">
                      <a:solidFill>
                        <a:srgbClr val="141413"/>
                      </a:solidFill>
                      <a:prstDash val="solid"/>
                    </a:lnB>
                    <a:lnT>
                      <a:noFill/>
                    </a:lnT>
                    <a:lnR>
                      <a:noFill/>
                    </a:lnR>
                    <a:lnL>
                      <a:noFill/>
                    </a:lnL>
                    <a:noFill/>
                  </a:tcPr>
                </a:tc>
              </a:tr>
            </a:tbl>
          </a:graphicData>
        </a:graphic>
      </p:graphicFrame>
      <p:sp>
        <p:nvSpPr>
          <p:cNvPr id="4" name="Rectangle 3"/>
          <p:cNvSpPr/>
          <p:nvPr/>
        </p:nvSpPr>
        <p:spPr>
          <a:xfrm>
            <a:off x="566928" y="6291072"/>
            <a:ext cx="2560320" cy="9525"/>
          </a:xfrm>
          <a:prstGeom prst="rect">
            <a:avLst/>
          </a:prstGeom>
          <a:solidFill>
            <a:srgbClr val="E8E6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6354572"/>
            <a:ext cx="996055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>
                <a:solidFill>
                  <a:srgbClr val="73706A"/>
                </a:solidFill>
                <a:latin typeface="Avenir Next"/>
                <a:ea typeface="Hiragino Sans"/>
                <a:cs typeface="Hiragino Sans"/>
              </a:rPr>
              <a:t>モデルが置く木造全壊は約 108 万戸。内閣府 2025 の揺れによる全壊は基本ケース約 61 万棟、陸側ケース約 128 万棟で、桁は合う(戸と棟、地震動の想定が違う)。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473952"/>
            <a:ext cx="11057839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r">
              <a:defRPr sz="1100">
                <a:solidFill>
                  <a:srgbClr val="73706A"/>
                </a:solidFill>
                <a:latin typeface="Avenir Next"/>
                <a:ea typeface="Hiragino Sans"/>
                <a:cs typeface="Hiragino Sans"/>
              </a:defRPr>
            </a:pPr>
            <a:r>
              <a:t>3 / 4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57200"/>
            <a:ext cx="11057839" cy="65836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>
              <a:lnSpc>
                <a:spcPct val="106000"/>
              </a:lnSpc>
              <a:defRPr sz="3390" b="1">
                <a:solidFill>
                  <a:srgbClr val="141413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言えること、まだ言えないこと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66928" y="1719072"/>
            <a:ext cx="5391759" cy="4023360"/>
          </a:xfrm>
          <a:prstGeom prst="roundRect">
            <a:avLst>
              <a:gd name="adj" fmla="val 3500"/>
            </a:avLst>
          </a:prstGeom>
          <a:solidFill>
            <a:srgbClr val="EFF4F1"/>
          </a:solidFill>
          <a:ln w="9525">
            <a:solidFill>
              <a:srgbClr val="9FBC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66928" y="1719072"/>
            <a:ext cx="5391759" cy="566928"/>
          </a:xfrm>
          <a:prstGeom prst="rect">
            <a:avLst/>
          </a:prstGeom>
          <a:solidFill>
            <a:srgbClr val="3F7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03200"/>
          <a:lstStyle/>
          <a:p>
            <a:pPr algn="ctr">
              <a:defRPr sz="1800" b="1">
                <a:solidFill>
                  <a:srgbClr val="FFFFFF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✓  Pros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0128" y="2438400"/>
            <a:ext cx="4985359" cy="315163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spcBef>
                <a:spcPts val="800"/>
              </a:spcBef>
            </a:pPr>
            <a:r>
              <a:rPr sz="1500">
                <a:solidFill>
                  <a:srgbClr val="141413"/>
                </a:solidFill>
                <a:latin typeface="Avenir Next"/>
                <a:ea typeface="Hiragino Sans"/>
                <a:cs typeface="Hiragino Sans"/>
              </a:rPr>
              <a:t>✓  建物全壊を入れると配電の停電は 1 日後に 1.7 倍</a:t>
            </a:r>
          </a:p>
          <a:p>
            <a:pPr>
              <a:spcBef>
                <a:spcPts val="800"/>
              </a:spcBef>
            </a:pPr>
            <a:r>
              <a:rPr sz="1500">
                <a:solidFill>
                  <a:srgbClr val="141413"/>
                </a:solidFill>
                <a:latin typeface="Avenir Next"/>
                <a:ea typeface="Hiragino Sans"/>
                <a:cs typeface="Hiragino Sans"/>
              </a:rPr>
              <a:t>✓  曲線の幅を振っても 134〜200 万軒に収まる</a:t>
            </a:r>
          </a:p>
          <a:p>
            <a:pPr>
              <a:spcBef>
                <a:spcPts val="800"/>
              </a:spcBef>
            </a:pPr>
            <a:r>
              <a:rPr sz="1500">
                <a:solidFill>
                  <a:srgbClr val="141413"/>
                </a:solidFill>
                <a:latin typeface="Avenir Next"/>
                <a:ea typeface="Hiragino Sans"/>
                <a:cs typeface="Hiragino Sans"/>
              </a:rPr>
              <a:t>✓  浸水域の電柱は 10 日後の着手で律速される</a:t>
            </a:r>
          </a:p>
          <a:p>
            <a:pPr>
              <a:spcBef>
                <a:spcPts val="800"/>
              </a:spcBef>
            </a:pPr>
            <a:r>
              <a:rPr sz="1500">
                <a:solidFill>
                  <a:srgbClr val="141413"/>
                </a:solidFill>
                <a:latin typeface="Avenir Next"/>
                <a:ea typeface="Hiragino Sans"/>
                <a:cs typeface="Hiragino Sans"/>
              </a:rPr>
              <a:t>✓  社内の融通を止めると 14 日後に 32 万軒残る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33007" y="1719072"/>
            <a:ext cx="5391759" cy="4023360"/>
          </a:xfrm>
          <a:prstGeom prst="roundRect">
            <a:avLst>
              <a:gd name="adj" fmla="val 3500"/>
            </a:avLst>
          </a:prstGeom>
          <a:solidFill>
            <a:srgbClr val="F8F0EF"/>
          </a:solidFill>
          <a:ln w="9525">
            <a:solidFill>
              <a:srgbClr val="D3A29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233007" y="1719072"/>
            <a:ext cx="5391759" cy="566928"/>
          </a:xfrm>
          <a:prstGeom prst="rect">
            <a:avLst/>
          </a:prstGeom>
          <a:solidFill>
            <a:srgbClr val="A845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03200"/>
          <a:lstStyle/>
          <a:p>
            <a:pPr algn="ctr">
              <a:defRPr sz="1800" b="1">
                <a:solidFill>
                  <a:srgbClr val="FFFFFF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✗  Cons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36207" y="2438400"/>
            <a:ext cx="4985359" cy="315163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spcBef>
                <a:spcPts val="800"/>
              </a:spcBef>
            </a:pPr>
            <a:r>
              <a:rPr sz="1500">
                <a:solidFill>
                  <a:srgbClr val="141413"/>
                </a:solidFill>
                <a:latin typeface="Avenir Next"/>
                <a:ea typeface="Hiragino Sans"/>
                <a:cs typeface="Hiragino Sans"/>
              </a:rPr>
              <a:t>✗  事業所ごとの実人数は非公表で、比で配った</a:t>
            </a:r>
          </a:p>
          <a:p>
            <a:pPr>
              <a:spcBef>
                <a:spcPts val="800"/>
              </a:spcBef>
            </a:pPr>
            <a:r>
              <a:rPr sz="1500">
                <a:solidFill>
                  <a:srgbClr val="141413"/>
                </a:solidFill>
                <a:latin typeface="Avenir Next"/>
                <a:ea typeface="Hiragino Sans"/>
                <a:cs typeface="Hiragino Sans"/>
              </a:rPr>
              <a:t>✗  全壊率曲線の幅は仮定(内閣府は図だけ)</a:t>
            </a:r>
          </a:p>
          <a:p>
            <a:pPr>
              <a:spcBef>
                <a:spcPts val="800"/>
              </a:spcBef>
            </a:pPr>
            <a:r>
              <a:rPr sz="1500">
                <a:solidFill>
                  <a:srgbClr val="141413"/>
                </a:solidFill>
                <a:latin typeface="Avenir Next"/>
                <a:ea typeface="Hiragino Sans"/>
                <a:cs typeface="Hiragino Sans"/>
              </a:rPr>
              <a:t>✗  応援 15% は実績の比率で、計画値ではない</a:t>
            </a:r>
          </a:p>
          <a:p>
            <a:pPr>
              <a:spcBef>
                <a:spcPts val="800"/>
              </a:spcBef>
            </a:pPr>
            <a:r>
              <a:rPr sz="1500">
                <a:solidFill>
                  <a:srgbClr val="141413"/>
                </a:solidFill>
                <a:latin typeface="Avenir Next"/>
                <a:ea typeface="Hiragino Sans"/>
                <a:cs typeface="Hiragino Sans"/>
              </a:rPr>
              <a:t>✗  7 日後の停電の半分は送電側で、別の課題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