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は営業所(円の大きさが人員、色が残っている電柱修理の割合)と他社応援の車列。右上は働いている人の内訳、右中は会社別の残っている折れた電柱、右下は停電中の需要家を応援の条件で比べたもの。折れた電柱は揺れ 3,977 本、建物の全壊に巻き込まれ 60,785 本、津波 78,449 本。7 日後に働く人は 33,283 人で、地元 21,057 人、社内融通 10,570 人、他社応援 1,656 人。停電中は 715 万軒で、送電側が 463 万軒、配電が 90 万軒。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応援の送り手は災害時連携計画(送配電網協議会)のプッシュ型応援の前提条件「応援事業者の供給区域において設備被害がないまたは、被害予想がされない場合」に合わせ、自社の被害度 r(残作業 / 動員可能数の 7 日分)が 0.25 未満の会社に限った。東京は電柱が需要家あたり 0.19 本と少なく r = 0.17 で送り手になる。前の版(一律 0.25 本・300 人/百万口)では r = 0.29 で外れ、応援は 776 人だった。送り手の判定は仮定の置き方で入れ替わるので、応援の人数は幅で読む。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応援 30% にしても 14 日後は 0 万軒で、既定の 1 万軒と大差ない。浸水域の電柱 7.8 万本は水が引いて道路が開く 10 日後まで着手できず、そこで復旧の速さが決まる。応援の人数より、着手できる時期と社内の人の回し方が効く。</a:t>
            </a:r>
          </a:p>
          <a:p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送電側の停電(7 日後 463 万軒)は動的カスケードの母線平均で、津波で浸水した変電所と上流の孤立が長く残る。内閣府 2025 より 4 日以降が 1 桁多い既知の問題(負の結果として記録済み)で、人員モデルでは直らない。</a:t>
            </a:r>
          </a:p>
          <a:p/>
          <a:p>
            <a:r>
              <a:t>_class: pros-cons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折れる電柱の 4 割は、倒れた家に巻き込まれる</a:t>
            </a:r>
          </a:p>
        </p:txBody>
      </p:sp>
      <p:pic>
        <p:nvPicPr>
          <p:cNvPr id="3" name="Picture 2" descr="restoration_workforc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00" y="713232"/>
            <a:ext cx="9461895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出典｜make_restoration_workforce.py / run_v6(動的カスケード)/ 令和5年住宅・土地統計調査 第6-3表 / 内閣府 首都直下 手法 資料3 / 各社 有価証券報告書 FY2025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営業所の人が被災し、社内で回し、応援が着く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2043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電柱｜何本折れるか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12530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揺れの折損率(震度 7 で 0.8%)に、建物全壊の巻き込み </a:t>
            </a:r>
            <a:r>
              <a:rPr sz="1500">
                <a:solidFill>
                  <a:srgbClr val="141413"/>
                </a:solidFill>
                <a:highlight>
                  <a:srgbClr val="F4D8CF"/>
                </a:highlight>
                <a:latin typeface="Avenir Next"/>
                <a:ea typeface="Hiragino Sans"/>
                <a:cs typeface="Hiragino Sans"/>
              </a:rPr>
              <a:t>0.17155 × 木造全壊率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を足す。木造全壊率は市区町村の建築年次と全壊率曲線から。浸水域は 16.3%。電柱の本数は各社の支持物数から。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059747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2370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人｜誰が直すか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9139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211 営業所に 32,799 人(100 万口あたり 390 人・熊本や台風の実績の中央値)。震度と浸水で欠け、1 日で揃う。軽い営業所から半数を重い営業所へ回す。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376356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553648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応援｜いつ、どこから着くか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5748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自社の被害が小さい北海道・東北・北陸・九州・東京が動員可能数の 15% を送る。本店から陸路で、北海道は海路で 1 日足す。第 1 陣は 1.5〜1.75 日で着く。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効くのは他社応援より、社内の融通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67689" y="1353312"/>
          <a:ext cx="9056317" cy="4775200"/>
        </p:xfrm>
        <a:graphic>
          <a:graphicData uri="http://schemas.openxmlformats.org/drawingml/2006/table">
            <a:tbl>
              <a:tblPr/>
              <a:tblGrid>
                <a:gridCol w="2565400"/>
                <a:gridCol w="2032000"/>
                <a:gridCol w="1702358"/>
                <a:gridCol w="883767"/>
                <a:gridCol w="883767"/>
                <a:gridCol w="989025"/>
              </a:tblGrid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条件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建物全壊で折れる電柱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配電の停電 1 日後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7 日後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14 日後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他社応援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建物全壊を入れない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0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88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86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2,085 人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既定(曲線の幅 σ = 0.4)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60,785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153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90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1,656 人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σ = 0.3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42,928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134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88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1,821 人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σ = 0.6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105,696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200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98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3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950 人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全建物に対する全壊率と読む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37,202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128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87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1,824 人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既定・応援なし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60,785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153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93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 万軒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0 人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既定・社内の融通なし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60,785 本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153 万軒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92 万軒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highlight>
                            <a:srgbClr val="F4D8CF"/>
                          </a:highlight>
                          <a:latin typeface="Avenir Next"/>
                          <a:ea typeface="Hiragino Sans"/>
                          <a:cs typeface="Hiragino Sans"/>
                        </a:rPr>
                        <a:t>25 万軒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1,656 人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モデルが置く木造全壊は約 108 万戸。内閣府 2025 の揺れによる全壊は基本ケース約 61 万棟、陸側ケース約 128 万棟で、桁は合う(戸と棟、地震動の想定が違う)。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言えること、まだ言えないこと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EFF4F1"/>
          </a:solidFill>
          <a:ln w="9525">
            <a:solidFill>
              <a:srgbClr val="9FB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719072"/>
            <a:ext cx="5391759" cy="566928"/>
          </a:xfrm>
          <a:prstGeom prst="rect">
            <a:avLst/>
          </a:prstGeom>
          <a:solidFill>
            <a:srgbClr val="3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✓  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128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建物全壊を入れると配電の停電は 1 日後に 1.7 倍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曲線の幅を振っても 134〜200 万軒に収まる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浸水域の電柱は 10 日後の着手で律速される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社内の融通を止めると 14 日後に 25 万軒残る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F8F0EF"/>
          </a:solidFill>
          <a:ln w="9525">
            <a:solidFill>
              <a:srgbClr val="D3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719072"/>
            <a:ext cx="5391759" cy="566928"/>
          </a:xfrm>
          <a:prstGeom prst="rect">
            <a:avLst/>
          </a:prstGeom>
          <a:solidFill>
            <a:srgbClr val="A8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✗  Cons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6207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営業所の位置は仮置き(実在の事業所は取得中)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全壊率曲線の幅は仮定(内閣府は図だけ)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応援 15% は実績の比率で、計画値ではない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7 日後の停電の 6 割強は送電側で、別の課題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