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内閣府の「面と軒数」を「母線と時刻と原因」に下ろす、が狙い。入力はすべて公開データで出典つき。</a:t>
            </a:r>
          </a:p>
          <a:p/>
          <a:p>
            <a:r>
              <a:t>_class: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直後の内閣府想定は 2,060 万軒(同じ桁)。ポテンシャル法(潮流なし・0.8 秒)との需要加重相関は 0.56。4 日以降の 1 桁差は津波浸水域の変電所(復旧中央値 60 日)と上流孤立。内閣府は津波全壊需要家を復旧対象から除き、配電を別勘定にしている。原子力は内閣府が全停止、本モデルは PGA 0.2g 以上で停止。配電(6.6kV 以下)は未考慮。1 手ずつの可視化で DC 潮流の単位バグを見つけて修正した。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274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All-Japan-Grid に 4 つを載せると、南海トラフの停電が計算できるか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rPr>
              <a:t>地震動・津波・脆弱性・復旧資源を、14,238 母線の系統モデルの上で解く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1599" y="2112137"/>
            <a:ext cx="566928" cy="1783714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1599" y="3280283"/>
            <a:ext cx="566928" cy="615568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111599" y="3895851"/>
            <a:ext cx="566928" cy="671640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111599" y="3895851"/>
            <a:ext cx="566928" cy="2077911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30287" y="3895851"/>
            <a:ext cx="566928" cy="1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:node"/>
          <p:cNvSpPr/>
          <p:nvPr/>
        </p:nvSpPr>
        <p:spPr>
          <a:xfrm>
            <a:off x="1459839" y="1683512"/>
            <a:ext cx="2651760" cy="857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地震動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J-SHIS 250m 震度 Mw9.1</a:t>
            </a:r>
          </a:p>
        </p:txBody>
      </p:sp>
      <p:sp>
        <p:nvSpPr>
          <p:cNvPr id="10" name="flow:node"/>
          <p:cNvSpPr/>
          <p:nvPr/>
        </p:nvSpPr>
        <p:spPr>
          <a:xfrm>
            <a:off x="4678527" y="3348164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D8EEEB"/>
          </a:solidFill>
          <a:ln w="13970">
            <a:solidFill>
              <a:srgbClr val="00907F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All-Japan-Grid 正典系統</a:t>
            </a:r>
          </a:p>
          <a:p>
            <a:pPr algn="ctr"/>
            <a:r>
              <a:rPr sz="1100">
                <a:solidFill>
                  <a:srgbClr val="445B5A"/>
                </a:solidFill>
                <a:latin typeface="Avenir Next"/>
                <a:ea typeface="Hiragino Sans"/>
                <a:cs typeface="Hiragino Sans"/>
              </a:rPr>
              <a:t>west 7,985 + east 6,253 母線</a:t>
            </a:r>
          </a:p>
        </p:txBody>
      </p:sp>
      <p:sp>
        <p:nvSpPr>
          <p:cNvPr id="11" name="flow:node"/>
          <p:cNvSpPr/>
          <p:nvPr/>
        </p:nvSpPr>
        <p:spPr>
          <a:xfrm>
            <a:off x="1459839" y="2851658"/>
            <a:ext cx="2651760" cy="857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津波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国土数値情報 A40 浸水想定</a:t>
            </a:r>
          </a:p>
        </p:txBody>
      </p:sp>
      <p:sp>
        <p:nvSpPr>
          <p:cNvPr id="12" name="flow:node"/>
          <p:cNvSpPr/>
          <p:nvPr/>
        </p:nvSpPr>
        <p:spPr>
          <a:xfrm>
            <a:off x="1459839" y="4019804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脆弱性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HAZUS×日本補正・内閣府の火力停止率</a:t>
            </a:r>
          </a:p>
        </p:txBody>
      </p:sp>
      <p:sp>
        <p:nvSpPr>
          <p:cNvPr id="13" name="flow:node"/>
          <p:cNvSpPr/>
          <p:nvPr/>
        </p:nvSpPr>
        <p:spPr>
          <a:xfrm>
            <a:off x="1459839" y="5426075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復旧資源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修理時間分布・作業班・優先順</a:t>
            </a:r>
          </a:p>
        </p:txBody>
      </p:sp>
      <p:sp>
        <p:nvSpPr>
          <p:cNvPr id="14" name="flow:node"/>
          <p:cNvSpPr/>
          <p:nvPr/>
        </p:nvSpPr>
        <p:spPr>
          <a:xfrm>
            <a:off x="7897215" y="3467227"/>
            <a:ext cx="2834640" cy="857250"/>
          </a:xfrm>
          <a:prstGeom prst="roundRect">
            <a:avLst>
              <a:gd name="adj" fmla="val 50000"/>
            </a:avLst>
          </a:prstGeom>
          <a:solidFill>
            <a:srgbClr val="E5EEEF"/>
          </a:solidFill>
          <a:ln w="13970">
            <a:solidFill>
              <a:srgbClr val="045660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停電確率 × 時刻 × 原因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母線・自治体ごと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系統の上で解くこと — 4 つの手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壊す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変電所・鉄塔・発電所の損傷を脆弱性曲線と乱数で 1 つずつ判定（1 サンプル 556 手）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つながるか・足りるか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連結成分で上流孤立を数え、エリアの需給不足率から周波数崩壊（UFLS の限界）を判定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流れるか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DC 潮流で過負荷を見つけ、保護リレーの動作として停止→解き直しの連鎖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直す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修理時間と作業班の待ち行列で復旧時刻を決め、90 日まで再評価。200 回繰り返して確率に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こうなりました — 直後 1,003 万軒、4 日で 4 割が残り、沿岸は 2 か月</a:t>
            </a:r>
          </a:p>
        </p:txBody>
      </p:sp>
      <p:pic>
        <p:nvPicPr>
          <p:cNvPr id="3" name="Picture 2" descr="impact_all_jap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出典｜All-Japan-Grid hazard/nankai run_v1 (N=200), J-SHIS AN177, KSJ A40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直後は内閣府と同じ桁、4 日後からは「誰が残るか」を言える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1,003万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直後の停電軒数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701万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1日後（内閣府 1,350万）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362万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7日後（内閣府 32万）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